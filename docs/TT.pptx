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67w2U9wZtzn122II4jwQGNW3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E45E46-EA33-4612-AC7F-5E3A8E26CAED}">
  <a:tblStyle styleId="{3BE45E46-EA33-4612-AC7F-5E3A8E26CA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286f4c3a_0_4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6286f4c3a_0_4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62f803147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62f80314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62f803147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62f80314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6286f4c3a_0_4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6286f4c3a_0_4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6286f4c3a_0_1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6286f4c3a_0_16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6286f4c3a_0_3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6286f4c3a_0_3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6286f4c3a_0_3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6286f4c3a_0_3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6286f4c3a_0_3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6286f4c3a_0_39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6286f4c3a_0_2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e6286f4c3a_0_29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6286f4c3a_0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e6286f4c3a_0_2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6286f4c3a_0_2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e6286f4c3a_0_27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6286f4c3a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e6286f4c3a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6286f4c3a_0_1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e6286f4c3a_0_17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6286f4c3a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e6286f4c3a_0_6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6286f4c3a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e6286f4c3a_0_1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6286f4c3a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e6286f4c3a_0_8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e6286f4c3a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e6286f4c3a_0_10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13.png"/><Relationship Id="rId10" Type="http://schemas.openxmlformats.org/officeDocument/2006/relationships/image" Target="../media/image11.png"/><Relationship Id="rId21" Type="http://schemas.openxmlformats.org/officeDocument/2006/relationships/image" Target="../media/image22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15" Type="http://schemas.openxmlformats.org/officeDocument/2006/relationships/image" Target="../media/image21.png"/><Relationship Id="rId14" Type="http://schemas.openxmlformats.org/officeDocument/2006/relationships/image" Target="../media/image14.png"/><Relationship Id="rId17" Type="http://schemas.openxmlformats.org/officeDocument/2006/relationships/image" Target="../media/image9.png"/><Relationship Id="rId16" Type="http://schemas.openxmlformats.org/officeDocument/2006/relationships/image" Target="../media/image23.png"/><Relationship Id="rId5" Type="http://schemas.openxmlformats.org/officeDocument/2006/relationships/image" Target="../media/image4.png"/><Relationship Id="rId19" Type="http://schemas.openxmlformats.org/officeDocument/2006/relationships/image" Target="../media/image10.png"/><Relationship Id="rId6" Type="http://schemas.openxmlformats.org/officeDocument/2006/relationships/image" Target="../media/image1.png"/><Relationship Id="rId18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6286f4c3a_0_4176"/>
          <p:cNvSpPr/>
          <p:nvPr/>
        </p:nvSpPr>
        <p:spPr>
          <a:xfrm>
            <a:off x="4523600" y="2634629"/>
            <a:ext cx="4332600" cy="12453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e6286f4c3a_0_4176"/>
          <p:cNvSpPr/>
          <p:nvPr/>
        </p:nvSpPr>
        <p:spPr>
          <a:xfrm>
            <a:off x="1035125" y="822198"/>
            <a:ext cx="258600" cy="305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e6286f4c3a_0_4176"/>
          <p:cNvSpPr/>
          <p:nvPr/>
        </p:nvSpPr>
        <p:spPr>
          <a:xfrm>
            <a:off x="1293750" y="822198"/>
            <a:ext cx="1485600" cy="30576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e6286f4c3a_0_4176"/>
          <p:cNvSpPr/>
          <p:nvPr/>
        </p:nvSpPr>
        <p:spPr>
          <a:xfrm>
            <a:off x="2779350" y="822200"/>
            <a:ext cx="258600" cy="3057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e6286f4c3a_0_4176"/>
          <p:cNvSpPr/>
          <p:nvPr/>
        </p:nvSpPr>
        <p:spPr>
          <a:xfrm>
            <a:off x="3037975" y="822198"/>
            <a:ext cx="1485600" cy="30576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e6286f4c3a_0_4176"/>
          <p:cNvSpPr/>
          <p:nvPr/>
        </p:nvSpPr>
        <p:spPr>
          <a:xfrm>
            <a:off x="4523600" y="1009150"/>
            <a:ext cx="4332600" cy="16371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e6286f4c3a_0_4176"/>
          <p:cNvSpPr/>
          <p:nvPr/>
        </p:nvSpPr>
        <p:spPr>
          <a:xfrm>
            <a:off x="10341925" y="822200"/>
            <a:ext cx="230700" cy="3057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e6286f4c3a_0_4176"/>
          <p:cNvSpPr/>
          <p:nvPr/>
        </p:nvSpPr>
        <p:spPr>
          <a:xfrm>
            <a:off x="8856300" y="822200"/>
            <a:ext cx="1485600" cy="30576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e6286f4c3a_0_4176"/>
          <p:cNvSpPr/>
          <p:nvPr/>
        </p:nvSpPr>
        <p:spPr>
          <a:xfrm rot="5400000">
            <a:off x="6600247" y="-1246859"/>
            <a:ext cx="179400" cy="433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e6286f4c3a_0_4176"/>
          <p:cNvSpPr txBox="1"/>
          <p:nvPr/>
        </p:nvSpPr>
        <p:spPr>
          <a:xfrm>
            <a:off x="1283540" y="4104198"/>
            <a:ext cx="117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r>
              <a:rPr lang="en-US" sz="800">
                <a:solidFill>
                  <a:schemeClr val="dk1"/>
                </a:solidFill>
              </a:rPr>
              <a:t>tank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Panel</a:t>
            </a:r>
            <a:endParaRPr/>
          </a:p>
        </p:txBody>
      </p:sp>
      <p:sp>
        <p:nvSpPr>
          <p:cNvPr id="94" name="Google Shape;94;g3e6286f4c3a_0_4176"/>
          <p:cNvSpPr/>
          <p:nvPr/>
        </p:nvSpPr>
        <p:spPr>
          <a:xfrm rot="5400000">
            <a:off x="1870766" y="31903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e6286f4c3a_0_4176"/>
          <p:cNvSpPr txBox="1"/>
          <p:nvPr/>
        </p:nvSpPr>
        <p:spPr>
          <a:xfrm>
            <a:off x="3037980" y="4104198"/>
            <a:ext cx="111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OverviewPanel</a:t>
            </a:r>
            <a:endParaRPr/>
          </a:p>
        </p:txBody>
      </p:sp>
      <p:sp>
        <p:nvSpPr>
          <p:cNvPr id="96" name="Google Shape;96;g3e6286f4c3a_0_4176"/>
          <p:cNvSpPr/>
          <p:nvPr/>
        </p:nvSpPr>
        <p:spPr>
          <a:xfrm rot="5400000">
            <a:off x="3585146" y="32359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e6286f4c3a_0_4176"/>
          <p:cNvSpPr txBox="1"/>
          <p:nvPr/>
        </p:nvSpPr>
        <p:spPr>
          <a:xfrm>
            <a:off x="5928326" y="41118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e6286f4c3a_0_4176"/>
          <p:cNvSpPr/>
          <p:nvPr/>
        </p:nvSpPr>
        <p:spPr>
          <a:xfrm rot="5400000">
            <a:off x="6644576" y="19215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e6286f4c3a_0_4176"/>
          <p:cNvSpPr txBox="1"/>
          <p:nvPr/>
        </p:nvSpPr>
        <p:spPr>
          <a:xfrm>
            <a:off x="9116950" y="4104198"/>
            <a:ext cx="117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ToDo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Panel</a:t>
            </a:r>
            <a:endParaRPr/>
          </a:p>
        </p:txBody>
      </p:sp>
      <p:sp>
        <p:nvSpPr>
          <p:cNvPr id="100" name="Google Shape;100;g3e6286f4c3a_0_4176"/>
          <p:cNvSpPr/>
          <p:nvPr/>
        </p:nvSpPr>
        <p:spPr>
          <a:xfrm rot="5400000">
            <a:off x="9654536" y="32322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e6286f4c3a_0_4176"/>
          <p:cNvSpPr/>
          <p:nvPr/>
        </p:nvSpPr>
        <p:spPr>
          <a:xfrm rot="5400000">
            <a:off x="6600308" y="558037"/>
            <a:ext cx="179400" cy="433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g3e6286f4c3a_0_4176"/>
          <p:cNvCxnSpPr>
            <a:stCxn id="103" idx="0"/>
            <a:endCxn id="89" idx="2"/>
          </p:cNvCxnSpPr>
          <p:nvPr/>
        </p:nvCxnSpPr>
        <p:spPr>
          <a:xfrm>
            <a:off x="6689900" y="1009150"/>
            <a:ext cx="0" cy="1637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g3e6286f4c3a_0_4176"/>
          <p:cNvCxnSpPr/>
          <p:nvPr/>
        </p:nvCxnSpPr>
        <p:spPr>
          <a:xfrm>
            <a:off x="4523591" y="2634635"/>
            <a:ext cx="43326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g3e6286f4c3a_0_4176"/>
          <p:cNvCxnSpPr/>
          <p:nvPr/>
        </p:nvCxnSpPr>
        <p:spPr>
          <a:xfrm flipH="1">
            <a:off x="2772155" y="811298"/>
            <a:ext cx="7200" cy="305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g3e6286f4c3a_0_4176"/>
          <p:cNvCxnSpPr/>
          <p:nvPr/>
        </p:nvCxnSpPr>
        <p:spPr>
          <a:xfrm flipH="1">
            <a:off x="4507115" y="811298"/>
            <a:ext cx="9600" cy="3059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g3e6286f4c3a_0_4176"/>
          <p:cNvCxnSpPr/>
          <p:nvPr/>
        </p:nvCxnSpPr>
        <p:spPr>
          <a:xfrm>
            <a:off x="8844875" y="818918"/>
            <a:ext cx="600" cy="3074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8" name="Google Shape;108;g3e6286f4c3a_0_4176"/>
          <p:cNvPicPr preferRelativeResize="0"/>
          <p:nvPr/>
        </p:nvPicPr>
        <p:blipFill rotWithShape="1">
          <a:blip r:embed="rId3">
            <a:alphaModFix/>
          </a:blip>
          <a:srcRect b="0" l="0" r="85421" t="0"/>
          <a:stretch/>
        </p:blipFill>
        <p:spPr>
          <a:xfrm>
            <a:off x="10372850" y="860957"/>
            <a:ext cx="200432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e6286f4c3a_0_4176"/>
          <p:cNvPicPr preferRelativeResize="0"/>
          <p:nvPr/>
        </p:nvPicPr>
        <p:blipFill rotWithShape="1">
          <a:blip r:embed="rId3">
            <a:alphaModFix/>
          </a:blip>
          <a:srcRect b="0" l="86127" r="0" t="0"/>
          <a:stretch/>
        </p:blipFill>
        <p:spPr>
          <a:xfrm>
            <a:off x="10604232" y="855591"/>
            <a:ext cx="190719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e6286f4c3a_0_4176"/>
          <p:cNvPicPr preferRelativeResize="0"/>
          <p:nvPr/>
        </p:nvPicPr>
        <p:blipFill rotWithShape="1">
          <a:blip r:embed="rId3">
            <a:alphaModFix/>
          </a:blip>
          <a:srcRect b="0" l="57596" r="28672" t="0"/>
          <a:stretch/>
        </p:blipFill>
        <p:spPr>
          <a:xfrm>
            <a:off x="1067253" y="855600"/>
            <a:ext cx="188793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e6286f4c3a_0_4176"/>
          <p:cNvPicPr preferRelativeResize="0"/>
          <p:nvPr/>
        </p:nvPicPr>
        <p:blipFill rotWithShape="1">
          <a:blip r:embed="rId3">
            <a:alphaModFix/>
          </a:blip>
          <a:srcRect b="0" l="29002" r="57167" t="0"/>
          <a:stretch/>
        </p:blipFill>
        <p:spPr>
          <a:xfrm>
            <a:off x="829409" y="858325"/>
            <a:ext cx="190141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e6286f4c3a_0_4176"/>
          <p:cNvPicPr preferRelativeResize="0"/>
          <p:nvPr/>
        </p:nvPicPr>
        <p:blipFill rotWithShape="1">
          <a:blip r:embed="rId3">
            <a:alphaModFix/>
          </a:blip>
          <a:srcRect b="0" l="57596" r="28672" t="0"/>
          <a:stretch/>
        </p:blipFill>
        <p:spPr>
          <a:xfrm>
            <a:off x="2817428" y="872425"/>
            <a:ext cx="188793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e6286f4c3a_0_4176"/>
          <p:cNvPicPr preferRelativeResize="0"/>
          <p:nvPr/>
        </p:nvPicPr>
        <p:blipFill rotWithShape="1">
          <a:blip r:embed="rId4">
            <a:alphaModFix/>
          </a:blip>
          <a:srcRect b="11598" l="11637" r="12554" t="12403"/>
          <a:stretch/>
        </p:blipFill>
        <p:spPr>
          <a:xfrm>
            <a:off x="1075700" y="3655625"/>
            <a:ext cx="178942" cy="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e6286f4c3a_0_4176"/>
          <p:cNvPicPr preferRelativeResize="0"/>
          <p:nvPr/>
        </p:nvPicPr>
        <p:blipFill rotWithShape="1">
          <a:blip r:embed="rId4">
            <a:alphaModFix/>
          </a:blip>
          <a:srcRect b="11598" l="11637" r="12554" t="12403"/>
          <a:stretch/>
        </p:blipFill>
        <p:spPr>
          <a:xfrm>
            <a:off x="2812950" y="3691575"/>
            <a:ext cx="178942" cy="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e6286f4c3a_0_4176"/>
          <p:cNvPicPr preferRelativeResize="0"/>
          <p:nvPr/>
        </p:nvPicPr>
        <p:blipFill rotWithShape="1">
          <a:blip r:embed="rId4">
            <a:alphaModFix/>
          </a:blip>
          <a:srcRect b="11598" l="11637" r="12554" t="12403"/>
          <a:stretch/>
        </p:blipFill>
        <p:spPr>
          <a:xfrm>
            <a:off x="10379050" y="3661600"/>
            <a:ext cx="178943" cy="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e6286f4c3a_0_41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400" y="1370724"/>
            <a:ext cx="209375" cy="1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e6286f4c3a_0_41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1388" y="1575848"/>
            <a:ext cx="215400" cy="20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e6286f4c3a_0_41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0650" y="832825"/>
            <a:ext cx="140775" cy="1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e6286f4c3a_0_41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91600" y="842220"/>
            <a:ext cx="190150" cy="13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56475" y="2653400"/>
            <a:ext cx="156275" cy="1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e6286f4c3a_0_41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96571" y="1380946"/>
            <a:ext cx="217025" cy="2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15000" y="1641750"/>
            <a:ext cx="186000" cy="1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5700" y="2032125"/>
            <a:ext cx="200425" cy="18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3066" y="4639325"/>
            <a:ext cx="189576" cy="17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e6286f4c3a_0_41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2483" y="5222295"/>
            <a:ext cx="170773" cy="179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e6286f4c3a_0_41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9150" y="5504764"/>
            <a:ext cx="230670" cy="16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e6286f4c3a_0_4176"/>
          <p:cNvPicPr preferRelativeResize="0"/>
          <p:nvPr/>
        </p:nvPicPr>
        <p:blipFill rotWithShape="1">
          <a:blip r:embed="rId3">
            <a:alphaModFix/>
          </a:blip>
          <a:srcRect b="0" l="57596" r="28672" t="0"/>
          <a:stretch/>
        </p:blipFill>
        <p:spPr>
          <a:xfrm>
            <a:off x="1037453" y="4639325"/>
            <a:ext cx="188793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e6286f4c3a_0_41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4600" y="5154449"/>
            <a:ext cx="209375" cy="1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e6286f4c3a_0_41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1588" y="5388448"/>
            <a:ext cx="215400" cy="20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8675" y="5672675"/>
            <a:ext cx="200425" cy="18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e6286f4c3a_0_4176"/>
          <p:cNvPicPr preferRelativeResize="0"/>
          <p:nvPr/>
        </p:nvPicPr>
        <p:blipFill rotWithShape="1">
          <a:blip r:embed="rId4">
            <a:alphaModFix/>
          </a:blip>
          <a:srcRect b="11598" l="11637" r="12554" t="12403"/>
          <a:stretch/>
        </p:blipFill>
        <p:spPr>
          <a:xfrm>
            <a:off x="1052600" y="5971400"/>
            <a:ext cx="178942" cy="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e6286f4c3a_0_4176"/>
          <p:cNvPicPr preferRelativeResize="0"/>
          <p:nvPr/>
        </p:nvPicPr>
        <p:blipFill rotWithShape="1">
          <a:blip r:embed="rId3">
            <a:alphaModFix/>
          </a:blip>
          <a:srcRect b="0" l="57596" r="28672" t="0"/>
          <a:stretch/>
        </p:blipFill>
        <p:spPr>
          <a:xfrm>
            <a:off x="2832603" y="4639313"/>
            <a:ext cx="188793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e6286f4c3a_0_41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11746" y="5147833"/>
            <a:ext cx="217025" cy="2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30175" y="5408638"/>
            <a:ext cx="186000" cy="1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e6286f4c3a_0_4176"/>
          <p:cNvPicPr preferRelativeResize="0"/>
          <p:nvPr/>
        </p:nvPicPr>
        <p:blipFill rotWithShape="1">
          <a:blip r:embed="rId4">
            <a:alphaModFix/>
          </a:blip>
          <a:srcRect b="11598" l="11637" r="12554" t="12403"/>
          <a:stretch/>
        </p:blipFill>
        <p:spPr>
          <a:xfrm>
            <a:off x="2815525" y="5632500"/>
            <a:ext cx="178942" cy="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e6286f4c3a_0_4176"/>
          <p:cNvPicPr preferRelativeResize="0"/>
          <p:nvPr/>
        </p:nvPicPr>
        <p:blipFill rotWithShape="1">
          <a:blip r:embed="rId3">
            <a:alphaModFix/>
          </a:blip>
          <a:srcRect b="0" l="0" r="85421" t="0"/>
          <a:stretch/>
        </p:blipFill>
        <p:spPr>
          <a:xfrm>
            <a:off x="8856325" y="4704895"/>
            <a:ext cx="200432" cy="18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e6286f4c3a_0_4176"/>
          <p:cNvPicPr preferRelativeResize="0"/>
          <p:nvPr/>
        </p:nvPicPr>
        <p:blipFill rotWithShape="1">
          <a:blip r:embed="rId4">
            <a:alphaModFix/>
          </a:blip>
          <a:srcRect b="11598" l="11637" r="12554" t="12403"/>
          <a:stretch/>
        </p:blipFill>
        <p:spPr>
          <a:xfrm>
            <a:off x="8875300" y="5401363"/>
            <a:ext cx="178943" cy="1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e6286f4c3a_0_4176"/>
          <p:cNvSpPr txBox="1"/>
          <p:nvPr/>
        </p:nvSpPr>
        <p:spPr>
          <a:xfrm>
            <a:off x="3054255" y="5876848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分析</a:t>
            </a:r>
            <a:endParaRPr sz="1300"/>
          </a:p>
        </p:txBody>
      </p:sp>
      <p:sp>
        <p:nvSpPr>
          <p:cNvPr id="139" name="Google Shape;139;g3e6286f4c3a_0_4176"/>
          <p:cNvSpPr txBox="1"/>
          <p:nvPr/>
        </p:nvSpPr>
        <p:spPr>
          <a:xfrm>
            <a:off x="1307927" y="4625525"/>
            <a:ext cx="68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開閉ボタン</a:t>
            </a:r>
            <a:endParaRPr sz="1300"/>
          </a:p>
        </p:txBody>
      </p:sp>
      <p:sp>
        <p:nvSpPr>
          <p:cNvPr id="140" name="Google Shape;140;g3e6286f4c3a_0_4176"/>
          <p:cNvSpPr txBox="1"/>
          <p:nvPr/>
        </p:nvSpPr>
        <p:spPr>
          <a:xfrm>
            <a:off x="3091127" y="4648025"/>
            <a:ext cx="68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開閉ボタン</a:t>
            </a:r>
            <a:endParaRPr sz="1300"/>
          </a:p>
        </p:txBody>
      </p:sp>
      <p:sp>
        <p:nvSpPr>
          <p:cNvPr id="141" name="Google Shape;141;g3e6286f4c3a_0_4176"/>
          <p:cNvSpPr txBox="1"/>
          <p:nvPr/>
        </p:nvSpPr>
        <p:spPr>
          <a:xfrm>
            <a:off x="9138902" y="4696437"/>
            <a:ext cx="68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開閉ボタン</a:t>
            </a:r>
            <a:endParaRPr sz="1300"/>
          </a:p>
        </p:txBody>
      </p:sp>
      <p:sp>
        <p:nvSpPr>
          <p:cNvPr id="142" name="Google Shape;142;g3e6286f4c3a_0_4176"/>
          <p:cNvSpPr txBox="1"/>
          <p:nvPr/>
        </p:nvSpPr>
        <p:spPr>
          <a:xfrm>
            <a:off x="9138900" y="4937313"/>
            <a:ext cx="16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thinkデータの分析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thoughtの次の展開・</a:t>
            </a:r>
            <a:r>
              <a:rPr lang="en-US" sz="700">
                <a:solidFill>
                  <a:schemeClr val="dk1"/>
                </a:solidFill>
              </a:rPr>
              <a:t>す</a:t>
            </a:r>
            <a:r>
              <a:rPr lang="en-US" sz="700">
                <a:solidFill>
                  <a:schemeClr val="dk1"/>
                </a:solidFill>
              </a:rPr>
              <a:t>ることの相談</a:t>
            </a:r>
            <a:endParaRPr sz="1300"/>
          </a:p>
        </p:txBody>
      </p:sp>
      <p:sp>
        <p:nvSpPr>
          <p:cNvPr id="143" name="Google Shape;143;g3e6286f4c3a_0_4176"/>
          <p:cNvSpPr txBox="1"/>
          <p:nvPr/>
        </p:nvSpPr>
        <p:spPr>
          <a:xfrm>
            <a:off x="3085625" y="4895100"/>
            <a:ext cx="1249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thoughtデータの分析</a:t>
            </a:r>
            <a:endParaRPr sz="1300"/>
          </a:p>
        </p:txBody>
      </p:sp>
      <p:sp>
        <p:nvSpPr>
          <p:cNvPr id="144" name="Google Shape;144;g3e6286f4c3a_0_4176"/>
          <p:cNvSpPr txBox="1"/>
          <p:nvPr/>
        </p:nvSpPr>
        <p:spPr>
          <a:xfrm>
            <a:off x="1283675" y="4907200"/>
            <a:ext cx="1409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think抽出とthoughtデータ作成</a:t>
            </a:r>
            <a:endParaRPr sz="1300"/>
          </a:p>
        </p:txBody>
      </p:sp>
      <p:sp>
        <p:nvSpPr>
          <p:cNvPr id="145" name="Google Shape;145;g3e6286f4c3a_0_4176"/>
          <p:cNvSpPr txBox="1"/>
          <p:nvPr/>
        </p:nvSpPr>
        <p:spPr>
          <a:xfrm>
            <a:off x="3018645" y="6149175"/>
            <a:ext cx="212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LocalPC/ThinktankPanel からのD&amp;D</a:t>
            </a:r>
            <a:endParaRPr sz="1300"/>
          </a:p>
        </p:txBody>
      </p:sp>
      <p:sp>
        <p:nvSpPr>
          <p:cNvPr id="146" name="Google Shape;146;g3e6286f4c3a_0_4176"/>
          <p:cNvSpPr txBox="1"/>
          <p:nvPr/>
        </p:nvSpPr>
        <p:spPr>
          <a:xfrm>
            <a:off x="1019450" y="383450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ThinktankRibbon</a:t>
            </a:r>
            <a:endParaRPr sz="1300"/>
          </a:p>
        </p:txBody>
      </p:sp>
      <p:sp>
        <p:nvSpPr>
          <p:cNvPr id="147" name="Google Shape;147;g3e6286f4c3a_0_4176"/>
          <p:cNvSpPr txBox="1"/>
          <p:nvPr/>
        </p:nvSpPr>
        <p:spPr>
          <a:xfrm>
            <a:off x="1488675" y="586950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ThinktankArea</a:t>
            </a:r>
            <a:endParaRPr sz="1300"/>
          </a:p>
        </p:txBody>
      </p:sp>
      <p:cxnSp>
        <p:nvCxnSpPr>
          <p:cNvPr id="148" name="Google Shape;148;g3e6286f4c3a_0_4176"/>
          <p:cNvCxnSpPr/>
          <p:nvPr/>
        </p:nvCxnSpPr>
        <p:spPr>
          <a:xfrm flipH="1">
            <a:off x="1196150" y="583575"/>
            <a:ext cx="71400" cy="1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g3e6286f4c3a_0_4176"/>
          <p:cNvSpPr txBox="1"/>
          <p:nvPr/>
        </p:nvSpPr>
        <p:spPr>
          <a:xfrm>
            <a:off x="2817350" y="403000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Overview</a:t>
            </a:r>
            <a:r>
              <a:rPr lang="en-US" sz="700">
                <a:solidFill>
                  <a:schemeClr val="dk1"/>
                </a:solidFill>
              </a:rPr>
              <a:t>Ribbon</a:t>
            </a:r>
            <a:endParaRPr sz="1300"/>
          </a:p>
        </p:txBody>
      </p:sp>
      <p:sp>
        <p:nvSpPr>
          <p:cNvPr id="150" name="Google Shape;150;g3e6286f4c3a_0_4176"/>
          <p:cNvSpPr txBox="1"/>
          <p:nvPr/>
        </p:nvSpPr>
        <p:spPr>
          <a:xfrm>
            <a:off x="3286575" y="606500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OverviewArea</a:t>
            </a:r>
            <a:endParaRPr sz="1300"/>
          </a:p>
        </p:txBody>
      </p:sp>
      <p:cxnSp>
        <p:nvCxnSpPr>
          <p:cNvPr id="151" name="Google Shape;151;g3e6286f4c3a_0_4176"/>
          <p:cNvCxnSpPr/>
          <p:nvPr/>
        </p:nvCxnSpPr>
        <p:spPr>
          <a:xfrm flipH="1">
            <a:off x="2994050" y="603125"/>
            <a:ext cx="71400" cy="1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g3e6286f4c3a_0_4176"/>
          <p:cNvSpPr txBox="1"/>
          <p:nvPr/>
        </p:nvSpPr>
        <p:spPr>
          <a:xfrm>
            <a:off x="6164075" y="322125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Workout</a:t>
            </a:r>
            <a:r>
              <a:rPr lang="en-US" sz="700">
                <a:solidFill>
                  <a:schemeClr val="dk1"/>
                </a:solidFill>
              </a:rPr>
              <a:t>Areas[0..5]</a:t>
            </a:r>
            <a:endParaRPr sz="1300"/>
          </a:p>
        </p:txBody>
      </p:sp>
      <p:sp>
        <p:nvSpPr>
          <p:cNvPr id="153" name="Google Shape;153;g3e6286f4c3a_0_4176"/>
          <p:cNvSpPr txBox="1"/>
          <p:nvPr/>
        </p:nvSpPr>
        <p:spPr>
          <a:xfrm>
            <a:off x="5022463" y="453850"/>
            <a:ext cx="129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WorkoutAreas[0].Ribbon</a:t>
            </a:r>
            <a:endParaRPr sz="1300"/>
          </a:p>
        </p:txBody>
      </p:sp>
      <p:sp>
        <p:nvSpPr>
          <p:cNvPr id="154" name="Google Shape;154;g3e6286f4c3a_0_4176"/>
          <p:cNvSpPr txBox="1"/>
          <p:nvPr/>
        </p:nvSpPr>
        <p:spPr>
          <a:xfrm>
            <a:off x="4957688" y="1275750"/>
            <a:ext cx="129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WorkoutAreas[0].Area</a:t>
            </a:r>
            <a:endParaRPr sz="1300"/>
          </a:p>
        </p:txBody>
      </p:sp>
      <p:cxnSp>
        <p:nvCxnSpPr>
          <p:cNvPr id="155" name="Google Shape;155;g3e6286f4c3a_0_4176"/>
          <p:cNvCxnSpPr/>
          <p:nvPr/>
        </p:nvCxnSpPr>
        <p:spPr>
          <a:xfrm flipH="1">
            <a:off x="5125075" y="616788"/>
            <a:ext cx="93300" cy="3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g3e6286f4c3a_0_4176"/>
          <p:cNvSpPr txBox="1"/>
          <p:nvPr/>
        </p:nvSpPr>
        <p:spPr>
          <a:xfrm>
            <a:off x="9381413" y="613750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ToDo</a:t>
            </a:r>
            <a:r>
              <a:rPr lang="en-US" sz="700">
                <a:solidFill>
                  <a:schemeClr val="dk1"/>
                </a:solidFill>
              </a:rPr>
              <a:t>Area</a:t>
            </a:r>
            <a:endParaRPr sz="1300"/>
          </a:p>
        </p:txBody>
      </p:sp>
      <p:sp>
        <p:nvSpPr>
          <p:cNvPr id="157" name="Google Shape;157;g3e6286f4c3a_0_4176"/>
          <p:cNvSpPr txBox="1"/>
          <p:nvPr/>
        </p:nvSpPr>
        <p:spPr>
          <a:xfrm>
            <a:off x="9601488" y="410250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ToDo</a:t>
            </a:r>
            <a:r>
              <a:rPr lang="en-US" sz="700">
                <a:solidFill>
                  <a:schemeClr val="dk1"/>
                </a:solidFill>
              </a:rPr>
              <a:t>Ribbon</a:t>
            </a:r>
            <a:endParaRPr sz="1300"/>
          </a:p>
        </p:txBody>
      </p:sp>
      <p:cxnSp>
        <p:nvCxnSpPr>
          <p:cNvPr id="158" name="Google Shape;158;g3e6286f4c3a_0_4176"/>
          <p:cNvCxnSpPr/>
          <p:nvPr/>
        </p:nvCxnSpPr>
        <p:spPr>
          <a:xfrm>
            <a:off x="10378238" y="621850"/>
            <a:ext cx="71400" cy="1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g3e6286f4c3a_0_4176"/>
          <p:cNvSpPr txBox="1"/>
          <p:nvPr/>
        </p:nvSpPr>
        <p:spPr>
          <a:xfrm>
            <a:off x="1313425" y="5153813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Filterとチェックで選択</a:t>
            </a:r>
            <a:endParaRPr sz="1300"/>
          </a:p>
        </p:txBody>
      </p:sp>
      <p:sp>
        <p:nvSpPr>
          <p:cNvPr id="160" name="Google Shape;160;g3e6286f4c3a_0_4176"/>
          <p:cNvSpPr txBox="1"/>
          <p:nvPr/>
        </p:nvSpPr>
        <p:spPr>
          <a:xfrm>
            <a:off x="1347875" y="5662975"/>
            <a:ext cx="132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Thoughts(thoughtの一覧)</a:t>
            </a:r>
            <a:endParaRPr sz="1300"/>
          </a:p>
        </p:txBody>
      </p:sp>
      <p:pic>
        <p:nvPicPr>
          <p:cNvPr id="161" name="Google Shape;161;g3e6286f4c3a_0_417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52300" y="1809447"/>
            <a:ext cx="215400" cy="203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e6286f4c3a_0_4176"/>
          <p:cNvSpPr txBox="1"/>
          <p:nvPr/>
        </p:nvSpPr>
        <p:spPr>
          <a:xfrm>
            <a:off x="4990325" y="4630175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表形式の編集、閲覧</a:t>
            </a:r>
            <a:endParaRPr sz="1300"/>
          </a:p>
        </p:txBody>
      </p:sp>
      <p:sp>
        <p:nvSpPr>
          <p:cNvPr id="163" name="Google Shape;163;g3e6286f4c3a_0_4176"/>
          <p:cNvSpPr txBox="1"/>
          <p:nvPr/>
        </p:nvSpPr>
        <p:spPr>
          <a:xfrm>
            <a:off x="5009139" y="5777929"/>
            <a:ext cx="136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グラフ</a:t>
            </a:r>
            <a:r>
              <a:rPr lang="en-US" sz="700">
                <a:solidFill>
                  <a:schemeClr val="dk1"/>
                </a:solidFill>
              </a:rPr>
              <a:t>形式の閲覧</a:t>
            </a:r>
            <a:endParaRPr sz="1300"/>
          </a:p>
        </p:txBody>
      </p:sp>
      <p:sp>
        <p:nvSpPr>
          <p:cNvPr id="164" name="Google Shape;164;g3e6286f4c3a_0_4176"/>
          <p:cNvSpPr txBox="1"/>
          <p:nvPr/>
        </p:nvSpPr>
        <p:spPr>
          <a:xfrm>
            <a:off x="4990337" y="5187575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テキストエディタ</a:t>
            </a:r>
            <a:endParaRPr sz="1300"/>
          </a:p>
        </p:txBody>
      </p:sp>
      <p:sp>
        <p:nvSpPr>
          <p:cNvPr id="165" name="Google Shape;165;g3e6286f4c3a_0_4176"/>
          <p:cNvSpPr txBox="1"/>
          <p:nvPr/>
        </p:nvSpPr>
        <p:spPr>
          <a:xfrm>
            <a:off x="5025087" y="5488675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マークダウン</a:t>
            </a:r>
            <a:endParaRPr sz="1300"/>
          </a:p>
        </p:txBody>
      </p:sp>
      <p:sp>
        <p:nvSpPr>
          <p:cNvPr id="166" name="Google Shape;166;g3e6286f4c3a_0_4176"/>
          <p:cNvSpPr txBox="1"/>
          <p:nvPr/>
        </p:nvSpPr>
        <p:spPr>
          <a:xfrm>
            <a:off x="3063125" y="5170075"/>
            <a:ext cx="96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選択基準</a:t>
            </a:r>
            <a:endParaRPr sz="1300"/>
          </a:p>
        </p:txBody>
      </p:sp>
      <p:sp>
        <p:nvSpPr>
          <p:cNvPr id="167" name="Google Shape;167;g3e6286f4c3a_0_4176"/>
          <p:cNvSpPr txBox="1"/>
          <p:nvPr/>
        </p:nvSpPr>
        <p:spPr>
          <a:xfrm>
            <a:off x="1364850" y="5400438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全文検索で選択</a:t>
            </a:r>
            <a:endParaRPr sz="1300"/>
          </a:p>
        </p:txBody>
      </p:sp>
      <p:sp>
        <p:nvSpPr>
          <p:cNvPr id="168" name="Google Shape;168;g3e6286f4c3a_0_4176"/>
          <p:cNvSpPr txBox="1"/>
          <p:nvPr/>
        </p:nvSpPr>
        <p:spPr>
          <a:xfrm>
            <a:off x="1364850" y="5925488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設定</a:t>
            </a:r>
            <a:endParaRPr sz="1300"/>
          </a:p>
        </p:txBody>
      </p:sp>
      <p:sp>
        <p:nvSpPr>
          <p:cNvPr id="169" name="Google Shape;169;g3e6286f4c3a_0_4176"/>
          <p:cNvSpPr txBox="1"/>
          <p:nvPr/>
        </p:nvSpPr>
        <p:spPr>
          <a:xfrm>
            <a:off x="3091125" y="5659613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設定</a:t>
            </a:r>
            <a:endParaRPr sz="1300"/>
          </a:p>
        </p:txBody>
      </p:sp>
      <p:sp>
        <p:nvSpPr>
          <p:cNvPr id="170" name="Google Shape;170;g3e6286f4c3a_0_4176"/>
          <p:cNvSpPr txBox="1"/>
          <p:nvPr/>
        </p:nvSpPr>
        <p:spPr>
          <a:xfrm>
            <a:off x="9176675" y="5391013"/>
            <a:ext cx="111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設定</a:t>
            </a:r>
            <a:endParaRPr sz="1300"/>
          </a:p>
        </p:txBody>
      </p:sp>
      <p:pic>
        <p:nvPicPr>
          <p:cNvPr id="171" name="Google Shape;171;g3e6286f4c3a_0_417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01575" y="5866951"/>
            <a:ext cx="217075" cy="19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6286f4c3a_0_417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812568" y="6122867"/>
            <a:ext cx="215400" cy="210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6286f4c3a_0_417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68689" y="4766672"/>
            <a:ext cx="209375" cy="2135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6286f4c3a_0_4176"/>
          <p:cNvSpPr txBox="1"/>
          <p:nvPr/>
        </p:nvSpPr>
        <p:spPr>
          <a:xfrm>
            <a:off x="6989000" y="4761350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memo（text,md）</a:t>
            </a:r>
            <a:endParaRPr sz="1300"/>
          </a:p>
        </p:txBody>
      </p:sp>
      <p:pic>
        <p:nvPicPr>
          <p:cNvPr id="175" name="Google Shape;175;g3e6286f4c3a_0_417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44088" y="5084994"/>
            <a:ext cx="258600" cy="252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e6286f4c3a_0_4176"/>
          <p:cNvSpPr txBox="1"/>
          <p:nvPr/>
        </p:nvSpPr>
        <p:spPr>
          <a:xfrm>
            <a:off x="7010000" y="5057550"/>
            <a:ext cx="148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thought (pile of think)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filter or list (text,md,grid)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77" name="Google Shape;177;g3e6286f4c3a_0_4176"/>
          <p:cNvSpPr txBox="1"/>
          <p:nvPr/>
        </p:nvSpPr>
        <p:spPr>
          <a:xfrm>
            <a:off x="6675325" y="4552400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thinkデータと種別</a:t>
            </a:r>
            <a:endParaRPr sz="1300"/>
          </a:p>
        </p:txBody>
      </p:sp>
      <p:pic>
        <p:nvPicPr>
          <p:cNvPr id="178" name="Google Shape;178;g3e6286f4c3a_0_4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68566" y="5432900"/>
            <a:ext cx="189576" cy="170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e6286f4c3a_0_4176"/>
          <p:cNvSpPr txBox="1"/>
          <p:nvPr/>
        </p:nvSpPr>
        <p:spPr>
          <a:xfrm>
            <a:off x="7032500" y="5418300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tables </a:t>
            </a:r>
            <a:r>
              <a:rPr lang="en-US" sz="700">
                <a:solidFill>
                  <a:schemeClr val="dk1"/>
                </a:solidFill>
              </a:rPr>
              <a:t>(text,md,grid,card)</a:t>
            </a:r>
            <a:endParaRPr sz="1300"/>
          </a:p>
        </p:txBody>
      </p:sp>
      <p:pic>
        <p:nvPicPr>
          <p:cNvPr id="180" name="Google Shape;180;g3e6286f4c3a_0_417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655799" y="5748450"/>
            <a:ext cx="217192" cy="213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e6286f4c3a_0_417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776000" y="5660552"/>
            <a:ext cx="178950" cy="176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6286f4c3a_0_4176"/>
          <p:cNvSpPr txBox="1"/>
          <p:nvPr/>
        </p:nvSpPr>
        <p:spPr>
          <a:xfrm>
            <a:off x="7032500" y="5634800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links </a:t>
            </a:r>
            <a:r>
              <a:rPr lang="en-US" sz="700">
                <a:solidFill>
                  <a:schemeClr val="dk1"/>
                </a:solidFill>
              </a:rPr>
              <a:t> (text,md,card)</a:t>
            </a:r>
            <a:endParaRPr sz="700">
              <a:solidFill>
                <a:schemeClr val="dk1"/>
              </a:solidFill>
            </a:endParaRPr>
          </a:p>
        </p:txBody>
      </p:sp>
      <p:pic>
        <p:nvPicPr>
          <p:cNvPr id="183" name="Google Shape;183;g3e6286f4c3a_0_417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652448" y="4897073"/>
            <a:ext cx="208675" cy="1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e6286f4c3a_0_4176"/>
          <p:cNvSpPr txBox="1"/>
          <p:nvPr/>
        </p:nvSpPr>
        <p:spPr>
          <a:xfrm>
            <a:off x="5012850" y="4852950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カード</a:t>
            </a:r>
            <a:r>
              <a:rPr lang="en-US" sz="700">
                <a:solidFill>
                  <a:schemeClr val="dk1"/>
                </a:solidFill>
              </a:rPr>
              <a:t>形式の編集、閲覧</a:t>
            </a:r>
            <a:endParaRPr sz="1300"/>
          </a:p>
        </p:txBody>
      </p:sp>
      <p:pic>
        <p:nvPicPr>
          <p:cNvPr id="185" name="Google Shape;185;g3e6286f4c3a_0_417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96650" y="4879805"/>
            <a:ext cx="258600" cy="21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e6286f4c3a_0_417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805425" y="4860605"/>
            <a:ext cx="258600" cy="21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e6286f4c3a_0_417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846075" y="4986817"/>
            <a:ext cx="258600" cy="21714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e6286f4c3a_0_4176"/>
          <p:cNvSpPr txBox="1"/>
          <p:nvPr/>
        </p:nvSpPr>
        <p:spPr>
          <a:xfrm>
            <a:off x="914475" y="4522700"/>
            <a:ext cx="1722000" cy="92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アプリ全体/ think</a:t>
            </a:r>
            <a:r>
              <a:rPr lang="en-US" sz="600">
                <a:solidFill>
                  <a:schemeClr val="dk1"/>
                </a:solidFill>
              </a:rPr>
              <a:t>抽出→thought / thought</a:t>
            </a:r>
            <a:r>
              <a:rPr lang="en-US" sz="600">
                <a:solidFill>
                  <a:schemeClr val="dk1"/>
                </a:solidFill>
              </a:rPr>
              <a:t>一覧</a:t>
            </a:r>
            <a:endParaRPr sz="600"/>
          </a:p>
        </p:txBody>
      </p:sp>
      <p:sp>
        <p:nvSpPr>
          <p:cNvPr id="189" name="Google Shape;189;g3e6286f4c3a_0_4176"/>
          <p:cNvSpPr txBox="1"/>
          <p:nvPr/>
        </p:nvSpPr>
        <p:spPr>
          <a:xfrm>
            <a:off x="2855950" y="4516588"/>
            <a:ext cx="1507500" cy="92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thought</a:t>
            </a:r>
            <a:r>
              <a:rPr lang="en-US" sz="600">
                <a:solidFill>
                  <a:schemeClr val="dk1"/>
                </a:solidFill>
              </a:rPr>
              <a:t>の閲覧・編集・分析</a:t>
            </a:r>
            <a:endParaRPr sz="600"/>
          </a:p>
        </p:txBody>
      </p:sp>
      <p:sp>
        <p:nvSpPr>
          <p:cNvPr id="190" name="Google Shape;190;g3e6286f4c3a_0_4176"/>
          <p:cNvSpPr txBox="1"/>
          <p:nvPr/>
        </p:nvSpPr>
        <p:spPr>
          <a:xfrm>
            <a:off x="4653775" y="4516588"/>
            <a:ext cx="1507500" cy="92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thinkの閲覧・編集</a:t>
            </a:r>
            <a:endParaRPr sz="600"/>
          </a:p>
        </p:txBody>
      </p:sp>
      <p:sp>
        <p:nvSpPr>
          <p:cNvPr id="191" name="Google Shape;191;g3e6286f4c3a_0_4176"/>
          <p:cNvSpPr txBox="1"/>
          <p:nvPr/>
        </p:nvSpPr>
        <p:spPr>
          <a:xfrm>
            <a:off x="8884900" y="4512338"/>
            <a:ext cx="1507500" cy="92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</a:rPr>
              <a:t>think/</a:t>
            </a:r>
            <a:r>
              <a:rPr lang="en-US" sz="600">
                <a:solidFill>
                  <a:schemeClr val="dk1"/>
                </a:solidFill>
              </a:rPr>
              <a:t>thoughts</a:t>
            </a:r>
            <a:r>
              <a:rPr lang="en-US" sz="600">
                <a:solidFill>
                  <a:schemeClr val="dk1"/>
                </a:solidFill>
              </a:rPr>
              <a:t>の</a:t>
            </a:r>
            <a:r>
              <a:rPr lang="en-US" sz="600">
                <a:solidFill>
                  <a:schemeClr val="dk1"/>
                </a:solidFill>
              </a:rPr>
              <a:t>展開・することの考察</a:t>
            </a:r>
            <a:endParaRPr sz="600"/>
          </a:p>
        </p:txBody>
      </p:sp>
      <p:pic>
        <p:nvPicPr>
          <p:cNvPr id="192" name="Google Shape;192;g3e6286f4c3a_0_417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048000" y="1084151"/>
            <a:ext cx="220800" cy="1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e6286f4c3a_0_417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802900" y="1105101"/>
            <a:ext cx="220800" cy="1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e6286f4c3a_0_417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0363950" y="1073576"/>
            <a:ext cx="220800" cy="1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e6286f4c3a_0_4176"/>
          <p:cNvSpPr txBox="1"/>
          <p:nvPr/>
        </p:nvSpPr>
        <p:spPr>
          <a:xfrm>
            <a:off x="7034075" y="5920625"/>
            <a:ext cx="93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chat</a:t>
            </a:r>
            <a:r>
              <a:rPr lang="en-US" sz="700">
                <a:solidFill>
                  <a:schemeClr val="dk1"/>
                </a:solidFill>
              </a:rPr>
              <a:t>（text,md）</a:t>
            </a:r>
            <a:endParaRPr sz="1300"/>
          </a:p>
        </p:txBody>
      </p:sp>
      <p:pic>
        <p:nvPicPr>
          <p:cNvPr id="196" name="Google Shape;196;g3e6286f4c3a_0_417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762775" y="5901767"/>
            <a:ext cx="230675" cy="2246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6286f4c3a_0_4176"/>
          <p:cNvSpPr txBox="1"/>
          <p:nvPr/>
        </p:nvSpPr>
        <p:spPr>
          <a:xfrm>
            <a:off x="3100175" y="5406075"/>
            <a:ext cx="132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Think</a:t>
            </a:r>
            <a:r>
              <a:rPr lang="en-US" sz="700">
                <a:solidFill>
                  <a:schemeClr val="dk1"/>
                </a:solidFill>
              </a:rPr>
              <a:t>の一覧</a:t>
            </a:r>
            <a:endParaRPr sz="1300"/>
          </a:p>
        </p:txBody>
      </p:sp>
      <p:sp>
        <p:nvSpPr>
          <p:cNvPr id="198" name="Google Shape;198;g3e6286f4c3a_0_4176"/>
          <p:cNvSpPr txBox="1"/>
          <p:nvPr/>
        </p:nvSpPr>
        <p:spPr>
          <a:xfrm>
            <a:off x="4700179" y="6086601"/>
            <a:ext cx="184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表示ルール：最大2列3行。表とグラフは行全体を使用する。</a:t>
            </a:r>
            <a:endParaRPr sz="1300"/>
          </a:p>
        </p:txBody>
      </p:sp>
      <p:sp>
        <p:nvSpPr>
          <p:cNvPr id="199" name="Google Shape;199;g3e6286f4c3a_0_4176"/>
          <p:cNvSpPr txBox="1"/>
          <p:nvPr/>
        </p:nvSpPr>
        <p:spPr>
          <a:xfrm>
            <a:off x="138275" y="48975"/>
            <a:ext cx="323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■ </a:t>
            </a:r>
            <a:r>
              <a:rPr lang="en-US" sz="1100">
                <a:solidFill>
                  <a:schemeClr val="dk1"/>
                </a:solidFill>
              </a:rPr>
              <a:t>アプリケーション</a:t>
            </a:r>
            <a:r>
              <a:rPr lang="en-US" sz="1100">
                <a:solidFill>
                  <a:schemeClr val="dk1"/>
                </a:solidFill>
              </a:rPr>
              <a:t>構成図</a:t>
            </a:r>
            <a:endParaRPr sz="1100"/>
          </a:p>
        </p:txBody>
      </p:sp>
      <p:sp>
        <p:nvSpPr>
          <p:cNvPr id="200" name="Google Shape;200;g3e6286f4c3a_0_4176"/>
          <p:cNvSpPr txBox="1"/>
          <p:nvPr/>
        </p:nvSpPr>
        <p:spPr>
          <a:xfrm>
            <a:off x="7010950" y="6175950"/>
            <a:ext cx="12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</a:rPr>
              <a:t>download text</a:t>
            </a:r>
            <a:r>
              <a:rPr lang="en-US" sz="700">
                <a:solidFill>
                  <a:schemeClr val="dk1"/>
                </a:solidFill>
              </a:rPr>
              <a:t>（text,md）</a:t>
            </a:r>
            <a:endParaRPr sz="1300"/>
          </a:p>
        </p:txBody>
      </p:sp>
      <p:pic>
        <p:nvPicPr>
          <p:cNvPr id="201" name="Google Shape;201;g3e6286f4c3a_0_417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776000" y="6159250"/>
            <a:ext cx="215400" cy="2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62f803147_0_73"/>
          <p:cNvSpPr/>
          <p:nvPr/>
        </p:nvSpPr>
        <p:spPr>
          <a:xfrm>
            <a:off x="10136400" y="6103925"/>
            <a:ext cx="20817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BigQuery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thinktank.files260425</a:t>
            </a:r>
            <a:endParaRPr/>
          </a:p>
        </p:txBody>
      </p:sp>
      <p:sp>
        <p:nvSpPr>
          <p:cNvPr id="207" name="Google Shape;207;g3e62f803147_0_73"/>
          <p:cNvSpPr/>
          <p:nvPr/>
        </p:nvSpPr>
        <p:spPr>
          <a:xfrm>
            <a:off x="1560175" y="422800"/>
            <a:ext cx="1341900" cy="35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外部AI</a:t>
            </a:r>
            <a:endParaRPr/>
          </a:p>
        </p:txBody>
      </p:sp>
      <p:sp>
        <p:nvSpPr>
          <p:cNvPr id="208" name="Google Shape;208;g3e62f803147_0_73"/>
          <p:cNvSpPr/>
          <p:nvPr/>
        </p:nvSpPr>
        <p:spPr>
          <a:xfrm>
            <a:off x="1560175" y="868120"/>
            <a:ext cx="1341900" cy="3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Mail Server</a:t>
            </a:r>
            <a:endParaRPr/>
          </a:p>
        </p:txBody>
      </p:sp>
      <p:sp>
        <p:nvSpPr>
          <p:cNvPr id="209" name="Google Shape;209;g3e62f803147_0_73"/>
          <p:cNvSpPr/>
          <p:nvPr/>
        </p:nvSpPr>
        <p:spPr>
          <a:xfrm>
            <a:off x="7270500" y="449050"/>
            <a:ext cx="2684700" cy="3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ThinktankLocal（WPF exe）</a:t>
            </a:r>
            <a:endParaRPr sz="1300"/>
          </a:p>
        </p:txBody>
      </p:sp>
      <p:sp>
        <p:nvSpPr>
          <p:cNvPr id="210" name="Google Shape;210;g3e62f803147_0_73"/>
          <p:cNvSpPr/>
          <p:nvPr/>
        </p:nvSpPr>
        <p:spPr>
          <a:xfrm>
            <a:off x="4331300" y="4554850"/>
            <a:ext cx="4712400" cy="89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Backend Server（Express / </a:t>
            </a:r>
            <a:r>
              <a:rPr lang="en-US">
                <a:solidFill>
                  <a:srgbClr val="980000"/>
                </a:solidFill>
              </a:rPr>
              <a:t>Cloud Run</a:t>
            </a:r>
            <a:r>
              <a:rPr lang="en-US"/>
              <a:t>）</a:t>
            </a:r>
            <a:endParaRPr/>
          </a:p>
        </p:txBody>
      </p:sp>
      <p:sp>
        <p:nvSpPr>
          <p:cNvPr id="211" name="Google Shape;211;g3e62f803147_0_73"/>
          <p:cNvSpPr/>
          <p:nvPr/>
        </p:nvSpPr>
        <p:spPr>
          <a:xfrm>
            <a:off x="4721125" y="4975350"/>
            <a:ext cx="3882300" cy="35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REST API + WebSocket + 差分同期エンドポイント</a:t>
            </a:r>
            <a:endParaRPr sz="1200"/>
          </a:p>
        </p:txBody>
      </p:sp>
      <p:cxnSp>
        <p:nvCxnSpPr>
          <p:cNvPr id="212" name="Google Shape;212;g3e62f803147_0_73"/>
          <p:cNvCxnSpPr>
            <a:stCxn id="211" idx="3"/>
            <a:endCxn id="206" idx="1"/>
          </p:cNvCxnSpPr>
          <p:nvPr/>
        </p:nvCxnSpPr>
        <p:spPr>
          <a:xfrm>
            <a:off x="8603425" y="5150700"/>
            <a:ext cx="1533000" cy="12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g3e62f803147_0_73"/>
          <p:cNvSpPr/>
          <p:nvPr/>
        </p:nvSpPr>
        <p:spPr>
          <a:xfrm>
            <a:off x="7515300" y="888850"/>
            <a:ext cx="21432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WebView2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ThinktankPWA (同上)</a:t>
            </a:r>
            <a:endParaRPr sz="1200"/>
          </a:p>
        </p:txBody>
      </p:sp>
      <p:sp>
        <p:nvSpPr>
          <p:cNvPr id="214" name="Google Shape;214;g3e62f803147_0_73"/>
          <p:cNvSpPr/>
          <p:nvPr/>
        </p:nvSpPr>
        <p:spPr>
          <a:xfrm>
            <a:off x="7515300" y="1820850"/>
            <a:ext cx="21432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C# Local API</a:t>
            </a:r>
            <a:br>
              <a:rPr lang="en-US" sz="1200"/>
            </a:br>
            <a:r>
              <a:rPr lang="en-US" sz="1200"/>
              <a:t>(ASP.NET Core)</a:t>
            </a:r>
            <a:endParaRPr sz="1200"/>
          </a:p>
        </p:txBody>
      </p:sp>
      <p:sp>
        <p:nvSpPr>
          <p:cNvPr id="215" name="Google Shape;215;g3e62f803147_0_73"/>
          <p:cNvSpPr/>
          <p:nvPr/>
        </p:nvSpPr>
        <p:spPr>
          <a:xfrm>
            <a:off x="7515300" y="2845050"/>
            <a:ext cx="21432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Local FS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(5,500 Markdown files)</a:t>
            </a:r>
            <a:endParaRPr sz="1100"/>
          </a:p>
        </p:txBody>
      </p:sp>
      <p:cxnSp>
        <p:nvCxnSpPr>
          <p:cNvPr id="216" name="Google Shape;216;g3e62f803147_0_73"/>
          <p:cNvCxnSpPr>
            <a:stCxn id="213" idx="2"/>
            <a:endCxn id="214" idx="0"/>
          </p:cNvCxnSpPr>
          <p:nvPr/>
        </p:nvCxnSpPr>
        <p:spPr>
          <a:xfrm>
            <a:off x="8586900" y="1453450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g3e62f803147_0_73"/>
          <p:cNvCxnSpPr>
            <a:stCxn id="214" idx="2"/>
            <a:endCxn id="215" idx="0"/>
          </p:cNvCxnSpPr>
          <p:nvPr/>
        </p:nvCxnSpPr>
        <p:spPr>
          <a:xfrm>
            <a:off x="8586900" y="2385450"/>
            <a:ext cx="0" cy="45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g3e62f803147_0_73"/>
          <p:cNvSpPr txBox="1"/>
          <p:nvPr/>
        </p:nvSpPr>
        <p:spPr>
          <a:xfrm>
            <a:off x="8623800" y="3431050"/>
            <a:ext cx="10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Sync Queue</a:t>
            </a:r>
            <a:endParaRPr sz="1100"/>
          </a:p>
        </p:txBody>
      </p:sp>
      <p:sp>
        <p:nvSpPr>
          <p:cNvPr id="219" name="Google Shape;219;g3e62f803147_0_73"/>
          <p:cNvSpPr txBox="1"/>
          <p:nvPr/>
        </p:nvSpPr>
        <p:spPr>
          <a:xfrm>
            <a:off x="5222550" y="3943150"/>
            <a:ext cx="13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80000"/>
                </a:solidFill>
              </a:rPr>
              <a:t>API Call</a:t>
            </a:r>
            <a:endParaRPr sz="1100">
              <a:solidFill>
                <a:srgbClr val="980000"/>
              </a:solidFill>
            </a:endParaRPr>
          </a:p>
        </p:txBody>
      </p:sp>
      <p:cxnSp>
        <p:nvCxnSpPr>
          <p:cNvPr id="220" name="Google Shape;220;g3e62f803147_0_73"/>
          <p:cNvCxnSpPr>
            <a:stCxn id="215" idx="2"/>
          </p:cNvCxnSpPr>
          <p:nvPr/>
        </p:nvCxnSpPr>
        <p:spPr>
          <a:xfrm flipH="1">
            <a:off x="8572800" y="3409650"/>
            <a:ext cx="14100" cy="101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g3e62f803147_0_73"/>
          <p:cNvSpPr/>
          <p:nvPr/>
        </p:nvSpPr>
        <p:spPr>
          <a:xfrm>
            <a:off x="3773475" y="411375"/>
            <a:ext cx="2684700" cy="338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ThinktankWeb（</a:t>
            </a:r>
            <a:r>
              <a:rPr lang="en-US">
                <a:solidFill>
                  <a:srgbClr val="980000"/>
                </a:solidFill>
              </a:rPr>
              <a:t>Browser</a:t>
            </a:r>
            <a:r>
              <a:rPr lang="en-US">
                <a:solidFill>
                  <a:srgbClr val="980000"/>
                </a:solidFill>
              </a:rPr>
              <a:t>）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2" name="Google Shape;222;g3e62f803147_0_73"/>
          <p:cNvSpPr/>
          <p:nvPr/>
        </p:nvSpPr>
        <p:spPr>
          <a:xfrm>
            <a:off x="3996350" y="908100"/>
            <a:ext cx="21432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ThinktankPWA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(React SPA)</a:t>
            </a:r>
            <a:endParaRPr sz="1200"/>
          </a:p>
        </p:txBody>
      </p:sp>
      <p:cxnSp>
        <p:nvCxnSpPr>
          <p:cNvPr id="223" name="Google Shape;223;g3e62f803147_0_73"/>
          <p:cNvCxnSpPr>
            <a:stCxn id="213" idx="1"/>
            <a:endCxn id="222" idx="3"/>
          </p:cNvCxnSpPr>
          <p:nvPr/>
        </p:nvCxnSpPr>
        <p:spPr>
          <a:xfrm flipH="1">
            <a:off x="6139500" y="1171150"/>
            <a:ext cx="1375800" cy="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g3e62f803147_0_73"/>
          <p:cNvSpPr txBox="1"/>
          <p:nvPr/>
        </p:nvSpPr>
        <p:spPr>
          <a:xfrm>
            <a:off x="8644200" y="1444100"/>
            <a:ext cx="14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localhost:8081</a:t>
            </a:r>
            <a:endParaRPr sz="1200"/>
          </a:p>
        </p:txBody>
      </p:sp>
      <p:sp>
        <p:nvSpPr>
          <p:cNvPr id="225" name="Google Shape;225;g3e62f803147_0_73"/>
          <p:cNvSpPr txBox="1"/>
          <p:nvPr/>
        </p:nvSpPr>
        <p:spPr>
          <a:xfrm>
            <a:off x="5186700" y="1591675"/>
            <a:ext cx="14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</a:rPr>
              <a:t>IndexedDB</a:t>
            </a:r>
            <a:endParaRPr sz="1200">
              <a:solidFill>
                <a:srgbClr val="980000"/>
              </a:solidFill>
            </a:endParaRPr>
          </a:p>
        </p:txBody>
      </p:sp>
      <p:sp>
        <p:nvSpPr>
          <p:cNvPr id="226" name="Google Shape;226;g3e62f803147_0_73"/>
          <p:cNvSpPr/>
          <p:nvPr/>
        </p:nvSpPr>
        <p:spPr>
          <a:xfrm>
            <a:off x="3996350" y="2085800"/>
            <a:ext cx="21432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</a:rPr>
              <a:t>Local Cache</a:t>
            </a:r>
            <a:endParaRPr sz="1200">
              <a:solidFill>
                <a:srgbClr val="980000"/>
              </a:solidFill>
            </a:endParaRPr>
          </a:p>
        </p:txBody>
      </p:sp>
      <p:cxnSp>
        <p:nvCxnSpPr>
          <p:cNvPr id="227" name="Google Shape;227;g3e62f803147_0_73"/>
          <p:cNvCxnSpPr>
            <a:endCxn id="226" idx="0"/>
          </p:cNvCxnSpPr>
          <p:nvPr/>
        </p:nvCxnSpPr>
        <p:spPr>
          <a:xfrm>
            <a:off x="5067950" y="1472600"/>
            <a:ext cx="0" cy="6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g3e62f803147_0_73"/>
          <p:cNvCxnSpPr>
            <a:stCxn id="221" idx="2"/>
          </p:cNvCxnSpPr>
          <p:nvPr/>
        </p:nvCxnSpPr>
        <p:spPr>
          <a:xfrm>
            <a:off x="5115825" y="3799875"/>
            <a:ext cx="0" cy="69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g3e62f803147_0_73"/>
          <p:cNvSpPr txBox="1"/>
          <p:nvPr/>
        </p:nvSpPr>
        <p:spPr>
          <a:xfrm>
            <a:off x="8680050" y="3943150"/>
            <a:ext cx="13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Sync（非同期）</a:t>
            </a:r>
            <a:endParaRPr sz="1100"/>
          </a:p>
        </p:txBody>
      </p:sp>
      <p:sp>
        <p:nvSpPr>
          <p:cNvPr id="230" name="Google Shape;230;g3e62f803147_0_73"/>
          <p:cNvSpPr txBox="1"/>
          <p:nvPr/>
        </p:nvSpPr>
        <p:spPr>
          <a:xfrm>
            <a:off x="99575" y="1961025"/>
            <a:ext cx="3230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① 開発予定の</a:t>
            </a:r>
            <a:r>
              <a:rPr lang="en-US" sz="1100">
                <a:solidFill>
                  <a:schemeClr val="dk1"/>
                </a:solidFill>
              </a:rPr>
              <a:t>Webアプリ版（</a:t>
            </a:r>
            <a:r>
              <a:rPr lang="en-US" sz="1100">
                <a:solidFill>
                  <a:srgbClr val="980000"/>
                </a:solidFill>
              </a:rPr>
              <a:t>赤文字</a:t>
            </a:r>
            <a:r>
              <a:rPr lang="en-US" sz="1100">
                <a:solidFill>
                  <a:schemeClr val="dk1"/>
                </a:solidFill>
              </a:rPr>
              <a:t>）との整合を考えているが、</a:t>
            </a:r>
            <a:r>
              <a:rPr lang="en-US" sz="1100"/>
              <a:t>まずは、色がついているLocalアプリ版を構築する</a:t>
            </a:r>
            <a:endParaRPr sz="1100"/>
          </a:p>
        </p:txBody>
      </p:sp>
      <p:sp>
        <p:nvSpPr>
          <p:cNvPr id="231" name="Google Shape;231;g3e62f803147_0_73"/>
          <p:cNvSpPr txBox="1"/>
          <p:nvPr/>
        </p:nvSpPr>
        <p:spPr>
          <a:xfrm>
            <a:off x="138275" y="48775"/>
            <a:ext cx="323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■ システム構成図</a:t>
            </a:r>
            <a:endParaRPr sz="1100"/>
          </a:p>
        </p:txBody>
      </p:sp>
      <p:sp>
        <p:nvSpPr>
          <p:cNvPr id="232" name="Google Shape;232;g3e62f803147_0_73"/>
          <p:cNvSpPr/>
          <p:nvPr/>
        </p:nvSpPr>
        <p:spPr>
          <a:xfrm>
            <a:off x="1560175" y="1313444"/>
            <a:ext cx="1341900" cy="3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Server</a:t>
            </a:r>
            <a:endParaRPr/>
          </a:p>
        </p:txBody>
      </p:sp>
      <p:cxnSp>
        <p:nvCxnSpPr>
          <p:cNvPr id="233" name="Google Shape;233;g3e62f803147_0_73"/>
          <p:cNvCxnSpPr>
            <a:stCxn id="222" idx="1"/>
            <a:endCxn id="207" idx="3"/>
          </p:cNvCxnSpPr>
          <p:nvPr/>
        </p:nvCxnSpPr>
        <p:spPr>
          <a:xfrm rot="10800000">
            <a:off x="2901950" y="598200"/>
            <a:ext cx="1094400" cy="5922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g3e62f803147_0_73"/>
          <p:cNvCxnSpPr>
            <a:stCxn id="222" idx="1"/>
            <a:endCxn id="208" idx="3"/>
          </p:cNvCxnSpPr>
          <p:nvPr/>
        </p:nvCxnSpPr>
        <p:spPr>
          <a:xfrm rot="10800000">
            <a:off x="2901950" y="1048500"/>
            <a:ext cx="1094400" cy="1419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g3e62f803147_0_73"/>
          <p:cNvCxnSpPr>
            <a:stCxn id="222" idx="1"/>
            <a:endCxn id="232" idx="3"/>
          </p:cNvCxnSpPr>
          <p:nvPr/>
        </p:nvCxnSpPr>
        <p:spPr>
          <a:xfrm flipH="1">
            <a:off x="2901950" y="1190400"/>
            <a:ext cx="1094400" cy="3033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36" name="Google Shape;236;g3e62f803147_0_73"/>
          <p:cNvGraphicFramePr/>
          <p:nvPr/>
        </p:nvGraphicFramePr>
        <p:xfrm>
          <a:off x="87625" y="262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{3BE45E46-EA33-4612-AC7F-5E3A8E26CAED}</a:tableStyleId>
              </a:tblPr>
              <a:tblGrid>
                <a:gridCol w="866100"/>
                <a:gridCol w="1371375"/>
                <a:gridCol w="1218150"/>
              </a:tblGrid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項目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PWA版（ブラウザ）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Local版（WPF exe）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起動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ブラウザでURL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Thinktank.exe をダブルクリック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フロントエンド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同一 ThinktankPWA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同一 ThinktankPWA（WebView2内）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ストレージ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IndexedDB + BQ直接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Local FS + 同期キュー→BQ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オフライン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IndexedDBキャッシュ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Local FSで完全動作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同期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起動時差分同期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常駐バックグラウンド同期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実行環境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8B0000"/>
                          </a:solidFill>
                          <a:highlight>
                            <a:srgbClr val="FFFFFF"/>
                          </a:highlight>
                        </a:rPr>
                        <a:t>Windows/Mac/iOS</a:t>
                      </a:r>
                      <a:endParaRPr sz="800">
                        <a:solidFill>
                          <a:srgbClr val="8B000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800">
                          <a:solidFill>
                            <a:srgbClr val="24292E"/>
                          </a:solidFill>
                          <a:highlight>
                            <a:srgbClr val="FFFFFF"/>
                          </a:highlight>
                        </a:rPr>
                        <a:t>Windowsのみ</a:t>
                      </a:r>
                      <a:endParaRPr sz="800">
                        <a:solidFill>
                          <a:srgbClr val="24292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DF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7" name="Google Shape;237;g3e62f803147_0_73"/>
          <p:cNvGraphicFramePr/>
          <p:nvPr/>
        </p:nvGraphicFramePr>
        <p:xfrm>
          <a:off x="10076425" y="29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{3BE45E46-EA33-4612-AC7F-5E3A8E26CAED}</a:tableStyleId>
              </a:tblPr>
              <a:tblGrid>
                <a:gridCol w="807775"/>
                <a:gridCol w="807775"/>
                <a:gridCol w="807775"/>
              </a:tblGrid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800"/>
                        <a:t>Field Name</a:t>
                      </a:r>
                      <a:endParaRPr b="1"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800"/>
                        <a:t>Type</a:t>
                      </a:r>
                      <a:endParaRPr b="1"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800"/>
                        <a:t>Mode</a:t>
                      </a:r>
                      <a:endParaRPr b="1"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file_id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STRING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title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STRING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file_type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STRING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category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STRING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content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STRING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metadata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JSON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size_bytes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INTEGER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created_at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TIMESTAMP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updated_at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TIMESTAMP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800"/>
                        <a:t>NULLABLE</a:t>
                      </a:r>
                      <a:endParaRPr sz="800"/>
                    </a:p>
                  </a:txBody>
                  <a:tcPr marT="91425" marB="91425" marR="91425" marL="91425">
                    <a:lnL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6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g3e62f803147_0_81"/>
          <p:cNvGraphicFramePr/>
          <p:nvPr/>
        </p:nvGraphicFramePr>
        <p:xfrm>
          <a:off x="686200" y="86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{3BE45E46-EA33-4612-AC7F-5E3A8E26CAED}</a:tableStyleId>
              </a:tblPr>
              <a:tblGrid>
                <a:gridCol w="990400"/>
                <a:gridCol w="990400"/>
              </a:tblGrid>
              <a:tr h="1387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TTObject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13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Name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UpdateDate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3" name="Google Shape;243;g3e62f803147_0_81"/>
          <p:cNvGraphicFramePr/>
          <p:nvPr/>
        </p:nvGraphicFramePr>
        <p:xfrm>
          <a:off x="3716575" y="118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{3BE45E46-EA33-4612-AC7F-5E3A8E26CAED}</a:tableStyleId>
              </a:tblPr>
              <a:tblGrid>
                <a:gridCol w="990400"/>
                <a:gridCol w="990400"/>
              </a:tblGrid>
              <a:tr h="1387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TTCollection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13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count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44" name="Google Shape;244;g3e62f803147_0_81"/>
          <p:cNvCxnSpPr/>
          <p:nvPr/>
        </p:nvCxnSpPr>
        <p:spPr>
          <a:xfrm rot="10800000">
            <a:off x="2663000" y="1833425"/>
            <a:ext cx="1034400" cy="2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6286f4c3a_0_42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色見本</a:t>
            </a:r>
            <a:endParaRPr/>
          </a:p>
        </p:txBody>
      </p:sp>
      <p:sp>
        <p:nvSpPr>
          <p:cNvPr id="250" name="Google Shape;250;g3e6286f4c3a_0_42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"/>
          <p:cNvSpPr/>
          <p:nvPr/>
        </p:nvSpPr>
        <p:spPr>
          <a:xfrm>
            <a:off x="4652237" y="2296626"/>
            <a:ext cx="4332719" cy="1904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"/>
          <p:cNvSpPr/>
          <p:nvPr/>
        </p:nvSpPr>
        <p:spPr>
          <a:xfrm>
            <a:off x="4652237" y="665016"/>
            <a:ext cx="4332719" cy="1904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4652238" y="2477460"/>
            <a:ext cx="4332719" cy="212774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"/>
          <p:cNvSpPr/>
          <p:nvPr/>
        </p:nvSpPr>
        <p:spPr>
          <a:xfrm>
            <a:off x="1163781" y="665018"/>
            <a:ext cx="258618" cy="394019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1422400" y="665018"/>
            <a:ext cx="1485612" cy="394019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"/>
          <p:cNvSpPr/>
          <p:nvPr/>
        </p:nvSpPr>
        <p:spPr>
          <a:xfrm>
            <a:off x="2908012" y="665018"/>
            <a:ext cx="258618" cy="394019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3166631" y="665018"/>
            <a:ext cx="1485612" cy="3940193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"/>
          <p:cNvSpPr/>
          <p:nvPr/>
        </p:nvSpPr>
        <p:spPr>
          <a:xfrm>
            <a:off x="4652241" y="1034860"/>
            <a:ext cx="4332719" cy="1267343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"/>
          <p:cNvSpPr/>
          <p:nvPr/>
        </p:nvSpPr>
        <p:spPr>
          <a:xfrm>
            <a:off x="10470573" y="665017"/>
            <a:ext cx="258618" cy="394019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"/>
          <p:cNvSpPr/>
          <p:nvPr/>
        </p:nvSpPr>
        <p:spPr>
          <a:xfrm>
            <a:off x="8984960" y="665017"/>
            <a:ext cx="1485612" cy="394019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"/>
          <p:cNvSpPr/>
          <p:nvPr/>
        </p:nvSpPr>
        <p:spPr>
          <a:xfrm rot="5400000">
            <a:off x="6728927" y="-1221171"/>
            <a:ext cx="179345" cy="43327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/>
          <p:nvPr/>
        </p:nvSpPr>
        <p:spPr>
          <a:xfrm rot="5400000">
            <a:off x="6728926" y="400775"/>
            <a:ext cx="179345" cy="433271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1"/>
          <p:cNvCxnSpPr>
            <a:stCxn id="256" idx="0"/>
            <a:endCxn id="262" idx="2"/>
          </p:cNvCxnSpPr>
          <p:nvPr/>
        </p:nvCxnSpPr>
        <p:spPr>
          <a:xfrm>
            <a:off x="6818597" y="665016"/>
            <a:ext cx="0" cy="1637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" name="Google Shape;268;p1"/>
          <p:cNvCxnSpPr/>
          <p:nvPr/>
        </p:nvCxnSpPr>
        <p:spPr>
          <a:xfrm>
            <a:off x="4652241" y="2291310"/>
            <a:ext cx="4332719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9" name="Google Shape;269;p1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/>
          <p:nvPr/>
        </p:nvSpPr>
        <p:spPr>
          <a:xfrm>
            <a:off x="5282389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"/>
          <p:cNvSpPr/>
          <p:nvPr/>
        </p:nvSpPr>
        <p:spPr>
          <a:xfrm>
            <a:off x="7467113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"/>
          <p:cNvSpPr/>
          <p:nvPr/>
        </p:nvSpPr>
        <p:spPr>
          <a:xfrm>
            <a:off x="807936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"/>
          <p:cNvSpPr/>
          <p:nvPr/>
        </p:nvSpPr>
        <p:spPr>
          <a:xfrm>
            <a:off x="5903827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"/>
          <p:cNvSpPr/>
          <p:nvPr/>
        </p:nvSpPr>
        <p:spPr>
          <a:xfrm>
            <a:off x="6845677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/>
          <p:nvPr/>
        </p:nvSpPr>
        <p:spPr>
          <a:xfrm>
            <a:off x="5922191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/>
          <p:nvPr/>
        </p:nvSpPr>
        <p:spPr>
          <a:xfrm>
            <a:off x="4679319" y="2351731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5300755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"/>
          <p:cNvCxnSpPr/>
          <p:nvPr/>
        </p:nvCxnSpPr>
        <p:spPr>
          <a:xfrm>
            <a:off x="2908005" y="654123"/>
            <a:ext cx="0" cy="3951086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" name="Google Shape;279;p1"/>
          <p:cNvCxnSpPr/>
          <p:nvPr/>
        </p:nvCxnSpPr>
        <p:spPr>
          <a:xfrm>
            <a:off x="4645365" y="654123"/>
            <a:ext cx="0" cy="3951086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1"/>
          <p:cNvCxnSpPr/>
          <p:nvPr/>
        </p:nvCxnSpPr>
        <p:spPr>
          <a:xfrm>
            <a:off x="8973525" y="661743"/>
            <a:ext cx="0" cy="3951086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6286f4c3a_0_1692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6286f4c3a_0_1692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6286f4c3a_0_1692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6286f4c3a_0_1692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6286f4c3a_0_1692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6286f4c3a_0_1692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e6286f4c3a_0_1692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6286f4c3a_0_1692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6286f4c3a_0_1692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e6286f4c3a_0_1692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6286f4c3a_0_1692"/>
          <p:cNvSpPr/>
          <p:nvPr/>
        </p:nvSpPr>
        <p:spPr>
          <a:xfrm rot="5400000">
            <a:off x="6728963" y="-1221091"/>
            <a:ext cx="179400" cy="43326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6286f4c3a_0_1692"/>
          <p:cNvSpPr/>
          <p:nvPr/>
        </p:nvSpPr>
        <p:spPr>
          <a:xfrm rot="5400000">
            <a:off x="6728959" y="400853"/>
            <a:ext cx="179400" cy="43326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g3e6286f4c3a_0_1692"/>
          <p:cNvCxnSpPr>
            <a:stCxn id="286" idx="0"/>
            <a:endCxn id="29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A5D6A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8" name="Google Shape;298;g3e6286f4c3a_0_1692"/>
          <p:cNvCxnSpPr/>
          <p:nvPr/>
        </p:nvCxnSpPr>
        <p:spPr>
          <a:xfrm rot="10800000">
            <a:off x="6818533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A5D6A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9" name="Google Shape;299;g3e6286f4c3a_0_1692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6286f4c3a_0_1692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6286f4c3a_0_1692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6286f4c3a_0_1692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6286f4c3a_0_1692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6286f4c3a_0_1692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6286f4c3a_0_1692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A0A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6286f4c3a_0_1692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6286f4c3a_0_1692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g3e6286f4c3a_0_1692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A5D6A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9" name="Google Shape;309;g3e6286f4c3a_0_1692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A5D6A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g3e6286f4c3a_0_1692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A5D6A7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6286f4c3a_0_3386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e6286f4c3a_0_3386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e6286f4c3a_0_3386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6286f4c3a_0_3386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FBC0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6286f4c3a_0_3386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6286f4c3a_0_3386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6286f4c3a_0_3386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6286f4c3a_0_3386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e6286f4c3a_0_3386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6286f4c3a_0_3386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e6286f4c3a_0_3386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6286f4c3a_0_3386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" name="Google Shape;327;g3e6286f4c3a_0_3386"/>
          <p:cNvCxnSpPr>
            <a:stCxn id="316" idx="0"/>
            <a:endCxn id="32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B5E2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8" name="Google Shape;328;g3e6286f4c3a_0_3386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B5E2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9" name="Google Shape;329;g3e6286f4c3a_0_3386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BC0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6286f4c3a_0_3386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6286f4c3a_0_3386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BC0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6286f4c3a_0_3386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6286f4c3a_0_3386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6286f4c3a_0_3386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6286f4c3a_0_3386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BC0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e6286f4c3a_0_3386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e6286f4c3a_0_3386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F5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8" name="Google Shape;338;g3e6286f4c3a_0_3386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B5E2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9" name="Google Shape;339;g3e6286f4c3a_0_3386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B5E2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0" name="Google Shape;340;g3e6286f4c3a_0_3386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B5E2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6286f4c3a_0_3160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6286f4c3a_0_3160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6286f4c3a_0_3160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9FA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6286f4c3a_0_3160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e6286f4c3a_0_3160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e6286f4c3a_0_3160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6286f4c3a_0_3160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DDE3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6286f4c3a_0_3160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9FA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6286f4c3a_0_3160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e6286f4c3a_0_3160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6286f4c3a_0_3160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6286f4c3a_0_3160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g3e6286f4c3a_0_3160"/>
          <p:cNvCxnSpPr>
            <a:stCxn id="346" idx="0"/>
            <a:endCxn id="35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g3e6286f4c3a_0_3160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9" name="Google Shape;359;g3e6286f4c3a_0_3160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6286f4c3a_0_3160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e6286f4c3a_0_3160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e6286f4c3a_0_3160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e6286f4c3a_0_3160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6286f4c3a_0_3160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e6286f4c3a_0_3160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e6286f4c3a_0_3160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6286f4c3a_0_3160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5CA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8" name="Google Shape;368;g3e6286f4c3a_0_3160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g3e6286f4c3a_0_3160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g3e6286f4c3a_0_3160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6286f4c3a_0_3950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e6286f4c3a_0_3950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6286f4c3a_0_3950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6286f4c3a_0_3950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e6286f4c3a_0_3950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e6286f4c3a_0_3950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6286f4c3a_0_3950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F0F2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6286f4c3a_0_3950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6286f4c3a_0_3950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6286f4c3a_0_3950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6286f4c3a_0_3950"/>
          <p:cNvSpPr/>
          <p:nvPr/>
        </p:nvSpPr>
        <p:spPr>
          <a:xfrm rot="5400000">
            <a:off x="6728959" y="-1221085"/>
            <a:ext cx="179400" cy="43326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6286f4c3a_0_3950"/>
          <p:cNvSpPr/>
          <p:nvPr/>
        </p:nvSpPr>
        <p:spPr>
          <a:xfrm rot="5400000">
            <a:off x="6728958" y="400833"/>
            <a:ext cx="179400" cy="43326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7" name="Google Shape;387;g3e6286f4c3a_0_3950"/>
          <p:cNvCxnSpPr>
            <a:stCxn id="376" idx="0"/>
            <a:endCxn id="38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g3e6286f4c3a_0_3950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g3e6286f4c3a_0_3950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e6286f4c3a_0_3950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6286f4c3a_0_3950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6286f4c3a_0_3950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6286f4c3a_0_3950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6286f4c3a_0_3950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e6286f4c3a_0_3950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986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6286f4c3a_0_3950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6286f4c3a_0_3950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8EA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g3e6286f4c3a_0_3950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g3e6286f4c3a_0_3950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0" name="Google Shape;400;g3e6286f4c3a_0_3950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A237E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6286f4c3a_0_2934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0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6286f4c3a_0_2934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0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e6286f4c3a_0_2934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6286f4c3a_0_2934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B38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6286f4c3a_0_2934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6286f4c3a_0_2934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957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e6286f4c3a_0_2934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EFEC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e6286f4c3a_0_2934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8F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6286f4c3a_0_2934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957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6286f4c3a_0_2934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6286f4c3a_0_2934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957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e6286f4c3a_0_2934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957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g3e6286f4c3a_0_2934"/>
          <p:cNvCxnSpPr>
            <a:stCxn id="406" idx="0"/>
            <a:endCxn id="41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0D8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8" name="Google Shape;418;g3e6286f4c3a_0_2934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0D8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" name="Google Shape;419;g3e6286f4c3a_0_2934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B38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e6286f4c3a_0_2934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6286f4c3a_0_2934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B38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6286f4c3a_0_2934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6286f4c3a_0_2934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6286f4c3a_0_2934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e6286f4c3a_0_2934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B38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e6286f4c3a_0_2934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e6286f4c3a_0_2934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1D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8" name="Google Shape;428;g3e6286f4c3a_0_2934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0D8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g3e6286f4c3a_0_2934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0D8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g3e6286f4c3a_0_2934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0D8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6286f4c3a_0_2144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e6286f4c3a_0_2144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e6286f4c3a_0_2144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6286f4c3a_0_2144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994D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e6286f4c3a_0_2144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e6286f4c3a_0_2144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e6286f4c3a_0_2144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FFCAC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e6286f4c3a_0_2144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6286f4c3a_0_2144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e6286f4c3a_0_2144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e6286f4c3a_0_2144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e6286f4c3a_0_2144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447" name="Google Shape;447;g3e6286f4c3a_0_2144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448" name="Google Shape;448;g3e6286f4c3a_0_2144"/>
          <p:cNvSpPr/>
          <p:nvPr/>
        </p:nvSpPr>
        <p:spPr>
          <a:xfrm rot="5400000">
            <a:off x="1999416" y="3903661"/>
            <a:ext cx="99000" cy="17220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6286f4c3a_0_2144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e6286f4c3a_0_2144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451" name="Google Shape;451;g3e6286f4c3a_0_2144"/>
          <p:cNvSpPr/>
          <p:nvPr/>
        </p:nvSpPr>
        <p:spPr>
          <a:xfrm rot="5400000">
            <a:off x="3713796" y="3949261"/>
            <a:ext cx="99000" cy="16308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6286f4c3a_0_2144"/>
          <p:cNvSpPr/>
          <p:nvPr/>
        </p:nvSpPr>
        <p:spPr>
          <a:xfrm rot="5400000">
            <a:off x="6773226" y="2634811"/>
            <a:ext cx="99000" cy="42597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e6286f4c3a_0_2144"/>
          <p:cNvSpPr/>
          <p:nvPr/>
        </p:nvSpPr>
        <p:spPr>
          <a:xfrm rot="5400000">
            <a:off x="9783158" y="3945577"/>
            <a:ext cx="99000" cy="16383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e6286f4c3a_0_2144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5" name="Google Shape;455;g3e6286f4c3a_0_2144"/>
          <p:cNvCxnSpPr>
            <a:stCxn id="436" idx="0"/>
            <a:endCxn id="44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g3e6286f4c3a_0_2144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7" name="Google Shape;457;g3e6286f4c3a_0_2144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e6286f4c3a_0_2144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e6286f4c3a_0_2144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e6286f4c3a_0_2144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e6286f4c3a_0_2144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e6286f4c3a_0_2144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e6286f4c3a_0_2144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CC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e6286f4c3a_0_2144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e6286f4c3a_0_2144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2A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6" name="Google Shape;466;g3e6286f4c3a_0_2144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7" name="Google Shape;467;g3e6286f4c3a_0_2144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g3e6286f4c3a_0_2144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F98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6286f4c3a_0_2708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e6286f4c3a_0_2708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e6286f4c3a_0_2708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e6286f4c3a_0_2708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e6286f4c3a_0_2708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e6286f4c3a_0_2708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e6286f4c3a_0_2708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6286f4c3a_0_2708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e6286f4c3a_0_2708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6286f4c3a_0_2708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6286f4c3a_0_2708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e6286f4c3a_0_2708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485" name="Google Shape;485;g3e6286f4c3a_0_2708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486" name="Google Shape;486;g3e6286f4c3a_0_2708"/>
          <p:cNvSpPr/>
          <p:nvPr/>
        </p:nvSpPr>
        <p:spPr>
          <a:xfrm rot="5400000">
            <a:off x="1999416" y="3903661"/>
            <a:ext cx="99000" cy="17220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67E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e6286f4c3a_0_2708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e6286f4c3a_0_2708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489" name="Google Shape;489;g3e6286f4c3a_0_2708"/>
          <p:cNvSpPr/>
          <p:nvPr/>
        </p:nvSpPr>
        <p:spPr>
          <a:xfrm rot="5400000">
            <a:off x="3713796" y="3949261"/>
            <a:ext cx="99000" cy="16308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67E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e6286f4c3a_0_2708"/>
          <p:cNvSpPr/>
          <p:nvPr/>
        </p:nvSpPr>
        <p:spPr>
          <a:xfrm rot="5400000">
            <a:off x="6773226" y="2634811"/>
            <a:ext cx="99000" cy="42597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67E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e6286f4c3a_0_2708"/>
          <p:cNvSpPr/>
          <p:nvPr/>
        </p:nvSpPr>
        <p:spPr>
          <a:xfrm rot="5400000">
            <a:off x="9783158" y="3945577"/>
            <a:ext cx="99000" cy="1638300"/>
          </a:xfrm>
          <a:prstGeom prst="rightBracket">
            <a:avLst>
              <a:gd fmla="val 8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67E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e6286f4c3a_0_2708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g3e6286f4c3a_0_2708"/>
          <p:cNvCxnSpPr>
            <a:stCxn id="474" idx="0"/>
            <a:endCxn id="480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354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g3e6286f4c3a_0_2708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354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5" name="Google Shape;495;g3e6286f4c3a_0_2708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e6286f4c3a_0_2708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e6286f4c3a_0_2708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e6286f4c3a_0_2708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e6286f4c3a_0_2708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e6286f4c3a_0_2708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e6286f4c3a_0_2708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39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e6286f4c3a_0_2708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e6286f4c3a_0_2708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AD7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4" name="Google Shape;504;g3e6286f4c3a_0_2708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354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5" name="Google Shape;505;g3e6286f4c3a_0_2708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354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6" name="Google Shape;506;g3e6286f4c3a_0_2708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354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6286f4c3a_0_413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D1E7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e6286f4c3a_0_413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D1E7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e6286f4c3a_0_413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e6286f4c3a_0_413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1E462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e6286f4c3a_0_413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6286f4c3a_0_413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e6286f4c3a_0_413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A9D0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e6286f4c3a_0_413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e6286f4c3a_0_413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e6286f4c3a_0_413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e6286f4c3a_0_413"/>
          <p:cNvSpPr/>
          <p:nvPr/>
        </p:nvSpPr>
        <p:spPr>
          <a:xfrm rot="5400000">
            <a:off x="6728963" y="-1221091"/>
            <a:ext cx="179400" cy="43326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e6286f4c3a_0_413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523" name="Google Shape;523;g3e6286f4c3a_0_413"/>
          <p:cNvSpPr/>
          <p:nvPr/>
        </p:nvSpPr>
        <p:spPr>
          <a:xfrm rot="5400000">
            <a:off x="1999416" y="39036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6286f4c3a_0_413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525" name="Google Shape;525;g3e6286f4c3a_0_413"/>
          <p:cNvSpPr/>
          <p:nvPr/>
        </p:nvSpPr>
        <p:spPr>
          <a:xfrm rot="5400000">
            <a:off x="3713796" y="39492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e6286f4c3a_0_413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e6286f4c3a_0_413"/>
          <p:cNvSpPr/>
          <p:nvPr/>
        </p:nvSpPr>
        <p:spPr>
          <a:xfrm rot="5400000">
            <a:off x="6773226" y="26348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e6286f4c3a_0_413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529" name="Google Shape;529;g3e6286f4c3a_0_413"/>
          <p:cNvSpPr/>
          <p:nvPr/>
        </p:nvSpPr>
        <p:spPr>
          <a:xfrm rot="5400000">
            <a:off x="9783186" y="39455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e6286f4c3a_0_413"/>
          <p:cNvSpPr/>
          <p:nvPr/>
        </p:nvSpPr>
        <p:spPr>
          <a:xfrm rot="5400000">
            <a:off x="6728959" y="400853"/>
            <a:ext cx="179400" cy="43326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" name="Google Shape;531;g3e6286f4c3a_0_413"/>
          <p:cNvCxnSpPr>
            <a:stCxn id="512" idx="0"/>
            <a:endCxn id="518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B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g3e6286f4c3a_0_413"/>
          <p:cNvCxnSpPr/>
          <p:nvPr/>
        </p:nvCxnSpPr>
        <p:spPr>
          <a:xfrm rot="10800000">
            <a:off x="6818533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B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3" name="Google Shape;533;g3e6286f4c3a_0_413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e6286f4c3a_0_413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e6286f4c3a_0_413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e6286f4c3a_0_413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e6286f4c3a_0_413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e6286f4c3a_0_413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e6286f4c3a_0_413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756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e6286f4c3a_0_413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e6286f4c3a_0_413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2" name="Google Shape;542;g3e6286f4c3a_0_413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B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3" name="Google Shape;543;g3e6286f4c3a_0_413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B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4" name="Google Shape;544;g3e6286f4c3a_0_413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8B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6286f4c3a_0_1729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E8F3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e6286f4c3a_0_1729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E8F3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e6286f4c3a_0_1729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2F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e6286f4c3a_0_1729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4B6A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e6286f4c3a_0_1729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e6286f4c3a_0_1729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e6286f4c3a_0_1729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C2DDB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e6286f4c3a_0_1729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2F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e6286f4c3a_0_1729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e6286f4c3a_0_1729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e6286f4c3a_0_1729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e6286f4c3a_0_1729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561" name="Google Shape;561;g3e6286f4c3a_0_1729"/>
          <p:cNvSpPr/>
          <p:nvPr/>
        </p:nvSpPr>
        <p:spPr>
          <a:xfrm rot="5400000">
            <a:off x="1999416" y="39036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e6286f4c3a_0_1729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563" name="Google Shape;563;g3e6286f4c3a_0_1729"/>
          <p:cNvSpPr/>
          <p:nvPr/>
        </p:nvSpPr>
        <p:spPr>
          <a:xfrm rot="5400000">
            <a:off x="3713796" y="39492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e6286f4c3a_0_1729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e6286f4c3a_0_1729"/>
          <p:cNvSpPr/>
          <p:nvPr/>
        </p:nvSpPr>
        <p:spPr>
          <a:xfrm rot="5400000">
            <a:off x="6773226" y="26348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e6286f4c3a_0_1729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567" name="Google Shape;567;g3e6286f4c3a_0_1729"/>
          <p:cNvSpPr/>
          <p:nvPr/>
        </p:nvSpPr>
        <p:spPr>
          <a:xfrm rot="5400000">
            <a:off x="9783186" y="39455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e6286f4c3a_0_1729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9" name="Google Shape;569;g3e6286f4c3a_0_1729"/>
          <p:cNvCxnSpPr>
            <a:stCxn id="550" idx="0"/>
            <a:endCxn id="556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A05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g3e6286f4c3a_0_1729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A05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1" name="Google Shape;571;g3e6286f4c3a_0_1729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e6286f4c3a_0_1729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6286f4c3a_0_1729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e6286f4c3a_0_1729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e6286f4c3a_0_1729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e6286f4c3a_0_1729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e6286f4c3a_0_1729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5F78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e6286f4c3a_0_1729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e6286f4c3a_0_1729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769C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g3e6286f4c3a_0_1729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A05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g3e6286f4c3a_0_1729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A05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g3e6286f4c3a_0_1729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A0505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6286f4c3a_0_639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e6286f4c3a_0_639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e6286f4c3a_0_639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e6286f4c3a_0_639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e6286f4c3a_0_639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e6286f4c3a_0_639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e6286f4c3a_0_639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e6286f4c3a_0_639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e6286f4c3a_0_639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e6286f4c3a_0_639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e6286f4c3a_0_639"/>
          <p:cNvSpPr/>
          <p:nvPr/>
        </p:nvSpPr>
        <p:spPr>
          <a:xfrm rot="5400000">
            <a:off x="6728963" y="-1221091"/>
            <a:ext cx="179400" cy="4332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e6286f4c3a_0_639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599" name="Google Shape;599;g3e6286f4c3a_0_639"/>
          <p:cNvSpPr/>
          <p:nvPr/>
        </p:nvSpPr>
        <p:spPr>
          <a:xfrm rot="5400000">
            <a:off x="1999416" y="39036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e6286f4c3a_0_639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601" name="Google Shape;601;g3e6286f4c3a_0_639"/>
          <p:cNvSpPr/>
          <p:nvPr/>
        </p:nvSpPr>
        <p:spPr>
          <a:xfrm rot="5400000">
            <a:off x="3713796" y="39492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e6286f4c3a_0_639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e6286f4c3a_0_639"/>
          <p:cNvSpPr/>
          <p:nvPr/>
        </p:nvSpPr>
        <p:spPr>
          <a:xfrm rot="5400000">
            <a:off x="6773226" y="26348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e6286f4c3a_0_639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605" name="Google Shape;605;g3e6286f4c3a_0_639"/>
          <p:cNvSpPr/>
          <p:nvPr/>
        </p:nvSpPr>
        <p:spPr>
          <a:xfrm rot="5400000">
            <a:off x="9783186" y="39455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6286f4c3a_0_639"/>
          <p:cNvSpPr/>
          <p:nvPr/>
        </p:nvSpPr>
        <p:spPr>
          <a:xfrm rot="5400000">
            <a:off x="6728959" y="400853"/>
            <a:ext cx="179400" cy="4332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7" name="Google Shape;607;g3e6286f4c3a_0_639"/>
          <p:cNvCxnSpPr>
            <a:stCxn id="588" idx="0"/>
            <a:endCxn id="594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g3e6286f4c3a_0_639"/>
          <p:cNvCxnSpPr/>
          <p:nvPr/>
        </p:nvCxnSpPr>
        <p:spPr>
          <a:xfrm rot="10800000">
            <a:off x="6818533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9" name="Google Shape;609;g3e6286f4c3a_0_639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e6286f4c3a_0_639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e6286f4c3a_0_639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e6286f4c3a_0_639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e6286f4c3a_0_639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e6286f4c3a_0_639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e6286f4c3a_0_639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0737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e6286f4c3a_0_639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e6286f4c3a_0_639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8" name="Google Shape;618;g3e6286f4c3a_0_639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g3e6286f4c3a_0_639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g3e6286f4c3a_0_639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e6286f4c3a_0_1317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e6286f4c3a_0_1317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6286f4c3a_0_1317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6286f4c3a_0_1317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e6286f4c3a_0_1317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e6286f4c3a_0_1317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e6286f4c3a_0_1317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e6286f4c3a_0_1317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e6286f4c3a_0_1317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e6286f4c3a_0_1317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e6286f4c3a_0_1317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e6286f4c3a_0_1317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637" name="Google Shape;637;g3e6286f4c3a_0_1317"/>
          <p:cNvSpPr/>
          <p:nvPr/>
        </p:nvSpPr>
        <p:spPr>
          <a:xfrm rot="5400000">
            <a:off x="1999416" y="39036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e6286f4c3a_0_1317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639" name="Google Shape;639;g3e6286f4c3a_0_1317"/>
          <p:cNvSpPr/>
          <p:nvPr/>
        </p:nvSpPr>
        <p:spPr>
          <a:xfrm rot="5400000">
            <a:off x="3713796" y="39492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e6286f4c3a_0_1317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e6286f4c3a_0_1317"/>
          <p:cNvSpPr/>
          <p:nvPr/>
        </p:nvSpPr>
        <p:spPr>
          <a:xfrm rot="5400000">
            <a:off x="6773226" y="26348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e6286f4c3a_0_1317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643" name="Google Shape;643;g3e6286f4c3a_0_1317"/>
          <p:cNvSpPr/>
          <p:nvPr/>
        </p:nvSpPr>
        <p:spPr>
          <a:xfrm rot="5400000">
            <a:off x="9783186" y="39455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g3e6286f4c3a_0_1317"/>
          <p:cNvCxnSpPr>
            <a:stCxn id="626" idx="0"/>
            <a:endCxn id="632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5" name="Google Shape;645;g3e6286f4c3a_0_1317"/>
          <p:cNvCxnSpPr/>
          <p:nvPr/>
        </p:nvCxnSpPr>
        <p:spPr>
          <a:xfrm rot="10800000">
            <a:off x="6818533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6" name="Google Shape;646;g3e6286f4c3a_0_1317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g3e6286f4c3a_0_1317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g3e6286f4c3a_0_1317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9" name="Google Shape;649;g3e6286f4c3a_0_1317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45F0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0" name="Google Shape;650;g3e6286f4c3a_0_1317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e6286f4c3a_0_1317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e6286f4c3a_0_1317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e6286f4c3a_0_1317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e6286f4c3a_0_1317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e6286f4c3a_0_1317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e6286f4c3a_0_1317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3D85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e6286f4c3a_0_1317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e6286f4c3a_0_1317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9FC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6286f4c3a_0_865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FE5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e6286f4c3a_0_865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FE5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e6286f4c3a_0_865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FF2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e6286f4c3a_0_865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CC52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e6286f4c3a_0_865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e6286f4c3a_0_865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e6286f4c3a_0_865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e6286f4c3a_0_865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FF2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e6286f4c3a_0_865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e6286f4c3a_0_865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e6286f4c3a_0_865"/>
          <p:cNvSpPr/>
          <p:nvPr/>
        </p:nvSpPr>
        <p:spPr>
          <a:xfrm rot="5400000">
            <a:off x="6728963" y="-1221091"/>
            <a:ext cx="179400" cy="433260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e6286f4c3a_0_865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675" name="Google Shape;675;g3e6286f4c3a_0_865"/>
          <p:cNvSpPr/>
          <p:nvPr/>
        </p:nvSpPr>
        <p:spPr>
          <a:xfrm rot="5400000">
            <a:off x="1999416" y="39036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e6286f4c3a_0_865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677" name="Google Shape;677;g3e6286f4c3a_0_865"/>
          <p:cNvSpPr/>
          <p:nvPr/>
        </p:nvSpPr>
        <p:spPr>
          <a:xfrm rot="5400000">
            <a:off x="3713796" y="39492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e6286f4c3a_0_865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e6286f4c3a_0_865"/>
          <p:cNvSpPr/>
          <p:nvPr/>
        </p:nvSpPr>
        <p:spPr>
          <a:xfrm rot="5400000">
            <a:off x="6773226" y="26348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e6286f4c3a_0_865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681" name="Google Shape;681;g3e6286f4c3a_0_865"/>
          <p:cNvSpPr/>
          <p:nvPr/>
        </p:nvSpPr>
        <p:spPr>
          <a:xfrm rot="5400000">
            <a:off x="9783186" y="39455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e6286f4c3a_0_865"/>
          <p:cNvSpPr/>
          <p:nvPr/>
        </p:nvSpPr>
        <p:spPr>
          <a:xfrm rot="5400000">
            <a:off x="6728959" y="400853"/>
            <a:ext cx="179400" cy="433260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3" name="Google Shape;683;g3e6286f4c3a_0_865"/>
          <p:cNvCxnSpPr>
            <a:stCxn id="664" idx="0"/>
            <a:endCxn id="670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4" name="Google Shape;684;g3e6286f4c3a_0_865"/>
          <p:cNvCxnSpPr/>
          <p:nvPr/>
        </p:nvCxnSpPr>
        <p:spPr>
          <a:xfrm rot="10800000">
            <a:off x="6818533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5" name="Google Shape;685;g3e6286f4c3a_0_865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e6286f4c3a_0_865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e6286f4c3a_0_865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e6286f4c3a_0_865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e6286f4c3a_0_865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e6286f4c3a_0_865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e6286f4c3a_0_865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E67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e6286f4c3a_0_865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e6286f4c3a_0_865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4" name="Google Shape;694;g3e6286f4c3a_0_865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g3e6286f4c3a_0_865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g3e6286f4c3a_0_865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33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6286f4c3a_0_1091"/>
          <p:cNvSpPr/>
          <p:nvPr/>
        </p:nvSpPr>
        <p:spPr>
          <a:xfrm>
            <a:off x="4652239" y="2296630"/>
            <a:ext cx="4332600" cy="190500"/>
          </a:xfrm>
          <a:prstGeom prst="rect">
            <a:avLst/>
          </a:prstGeom>
          <a:solidFill>
            <a:srgbClr val="FFF2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e6286f4c3a_0_1091"/>
          <p:cNvSpPr/>
          <p:nvPr/>
        </p:nvSpPr>
        <p:spPr>
          <a:xfrm>
            <a:off x="4652239" y="665016"/>
            <a:ext cx="4332600" cy="190500"/>
          </a:xfrm>
          <a:prstGeom prst="rect">
            <a:avLst/>
          </a:prstGeom>
          <a:solidFill>
            <a:srgbClr val="FFF2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e6286f4c3a_0_1091"/>
          <p:cNvSpPr/>
          <p:nvPr/>
        </p:nvSpPr>
        <p:spPr>
          <a:xfrm>
            <a:off x="4652239" y="2477462"/>
            <a:ext cx="4332600" cy="21276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e6286f4c3a_0_1091"/>
          <p:cNvSpPr/>
          <p:nvPr/>
        </p:nvSpPr>
        <p:spPr>
          <a:xfrm>
            <a:off x="1163784" y="665018"/>
            <a:ext cx="258600" cy="3940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e6286f4c3a_0_1091"/>
          <p:cNvSpPr/>
          <p:nvPr/>
        </p:nvSpPr>
        <p:spPr>
          <a:xfrm>
            <a:off x="1422397" y="665018"/>
            <a:ext cx="1485600" cy="39402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e6286f4c3a_0_1091"/>
          <p:cNvSpPr/>
          <p:nvPr/>
        </p:nvSpPr>
        <p:spPr>
          <a:xfrm>
            <a:off x="2908011" y="665018"/>
            <a:ext cx="258600" cy="3940200"/>
          </a:xfrm>
          <a:prstGeom prst="rect">
            <a:avLst/>
          </a:pr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e6286f4c3a_0_1091"/>
          <p:cNvSpPr/>
          <p:nvPr/>
        </p:nvSpPr>
        <p:spPr>
          <a:xfrm>
            <a:off x="3166634" y="665018"/>
            <a:ext cx="1485600" cy="3940200"/>
          </a:xfrm>
          <a:prstGeom prst="rect">
            <a:avLst/>
          </a:prstGeom>
          <a:solidFill>
            <a:srgbClr val="FFE5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e6286f4c3a_0_1091"/>
          <p:cNvSpPr/>
          <p:nvPr/>
        </p:nvSpPr>
        <p:spPr>
          <a:xfrm>
            <a:off x="4652239" y="1034863"/>
            <a:ext cx="4332600" cy="12672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e6286f4c3a_0_1091"/>
          <p:cNvSpPr/>
          <p:nvPr/>
        </p:nvSpPr>
        <p:spPr>
          <a:xfrm>
            <a:off x="10470547" y="665017"/>
            <a:ext cx="258600" cy="3940200"/>
          </a:xfrm>
          <a:prstGeom prst="rect">
            <a:avLst/>
          </a:pr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e6286f4c3a_0_1091"/>
          <p:cNvSpPr/>
          <p:nvPr/>
        </p:nvSpPr>
        <p:spPr>
          <a:xfrm>
            <a:off x="8984961" y="665017"/>
            <a:ext cx="1485600" cy="39402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e6286f4c3a_0_1091"/>
          <p:cNvSpPr/>
          <p:nvPr/>
        </p:nvSpPr>
        <p:spPr>
          <a:xfrm rot="5400000">
            <a:off x="6728966" y="-1221088"/>
            <a:ext cx="179400" cy="4332600"/>
          </a:xfrm>
          <a:prstGeom prst="rect">
            <a:avLst/>
          </a:pr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e6286f4c3a_0_1091"/>
          <p:cNvSpPr txBox="1"/>
          <p:nvPr/>
        </p:nvSpPr>
        <p:spPr>
          <a:xfrm>
            <a:off x="141219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Thinktank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アプリ全体/ topic一覧</a:t>
            </a:r>
            <a:endParaRPr/>
          </a:p>
        </p:txBody>
      </p:sp>
      <p:sp>
        <p:nvSpPr>
          <p:cNvPr id="713" name="Google Shape;713;g3e6286f4c3a_0_1091"/>
          <p:cNvSpPr/>
          <p:nvPr/>
        </p:nvSpPr>
        <p:spPr>
          <a:xfrm rot="5400000">
            <a:off x="1999416" y="3903664"/>
            <a:ext cx="99000" cy="1722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e6286f4c3a_0_1091"/>
          <p:cNvSpPr txBox="1"/>
          <p:nvPr/>
        </p:nvSpPr>
        <p:spPr>
          <a:xfrm>
            <a:off x="3166630" y="4817498"/>
            <a:ext cx="11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Topic分析</a:t>
            </a:r>
            <a:endParaRPr/>
          </a:p>
        </p:txBody>
      </p:sp>
      <p:sp>
        <p:nvSpPr>
          <p:cNvPr id="715" name="Google Shape;715;g3e6286f4c3a_0_1091"/>
          <p:cNvSpPr/>
          <p:nvPr/>
        </p:nvSpPr>
        <p:spPr>
          <a:xfrm rot="5400000">
            <a:off x="3713796" y="3949264"/>
            <a:ext cx="99000" cy="16308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e6286f4c3a_0_1091"/>
          <p:cNvSpPr txBox="1"/>
          <p:nvPr/>
        </p:nvSpPr>
        <p:spPr>
          <a:xfrm>
            <a:off x="6056976" y="4825118"/>
            <a:ext cx="12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Workout Panel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e6286f4c3a_0_1091"/>
          <p:cNvSpPr/>
          <p:nvPr/>
        </p:nvSpPr>
        <p:spPr>
          <a:xfrm rot="5400000">
            <a:off x="6773226" y="2634814"/>
            <a:ext cx="99000" cy="42597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e6286f4c3a_0_1091"/>
          <p:cNvSpPr txBox="1"/>
          <p:nvPr/>
        </p:nvSpPr>
        <p:spPr>
          <a:xfrm>
            <a:off x="9245600" y="4817498"/>
            <a:ext cx="11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Panel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/>
          </a:p>
        </p:txBody>
      </p:sp>
      <p:sp>
        <p:nvSpPr>
          <p:cNvPr id="719" name="Google Shape;719;g3e6286f4c3a_0_1091"/>
          <p:cNvSpPr/>
          <p:nvPr/>
        </p:nvSpPr>
        <p:spPr>
          <a:xfrm rot="5400000">
            <a:off x="9783186" y="3945514"/>
            <a:ext cx="99000" cy="16383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e6286f4c3a_0_1091"/>
          <p:cNvSpPr/>
          <p:nvPr/>
        </p:nvSpPr>
        <p:spPr>
          <a:xfrm rot="5400000">
            <a:off x="6728958" y="400843"/>
            <a:ext cx="179400" cy="4332600"/>
          </a:xfrm>
          <a:prstGeom prst="rect">
            <a:avLst/>
          </a:pr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1" name="Google Shape;721;g3e6286f4c3a_0_1091"/>
          <p:cNvCxnSpPr>
            <a:stCxn id="702" idx="0"/>
            <a:endCxn id="708" idx="2"/>
          </p:cNvCxnSpPr>
          <p:nvPr/>
        </p:nvCxnSpPr>
        <p:spPr>
          <a:xfrm>
            <a:off x="6818539" y="665016"/>
            <a:ext cx="0" cy="16371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9663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2" name="Google Shape;722;g3e6286f4c3a_0_1091"/>
          <p:cNvCxnSpPr/>
          <p:nvPr/>
        </p:nvCxnSpPr>
        <p:spPr>
          <a:xfrm rot="10800000">
            <a:off x="6818538" y="125015"/>
            <a:ext cx="0" cy="43326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9663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3" name="Google Shape;723;g3e6286f4c3a_0_1091"/>
          <p:cNvSpPr/>
          <p:nvPr/>
        </p:nvSpPr>
        <p:spPr>
          <a:xfrm>
            <a:off x="4670136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e6286f4c3a_0_1091"/>
          <p:cNvSpPr/>
          <p:nvPr/>
        </p:nvSpPr>
        <p:spPr>
          <a:xfrm>
            <a:off x="528238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e6286f4c3a_0_1091"/>
          <p:cNvSpPr/>
          <p:nvPr/>
        </p:nvSpPr>
        <p:spPr>
          <a:xfrm>
            <a:off x="746711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e6286f4c3a_0_1091"/>
          <p:cNvSpPr/>
          <p:nvPr/>
        </p:nvSpPr>
        <p:spPr>
          <a:xfrm>
            <a:off x="8079362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e6286f4c3a_0_1091"/>
          <p:cNvSpPr/>
          <p:nvPr/>
        </p:nvSpPr>
        <p:spPr>
          <a:xfrm>
            <a:off x="5903824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e6286f4c3a_0_1091"/>
          <p:cNvSpPr/>
          <p:nvPr/>
        </p:nvSpPr>
        <p:spPr>
          <a:xfrm>
            <a:off x="6845675" y="729786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e6286f4c3a_0_1091"/>
          <p:cNvSpPr/>
          <p:nvPr/>
        </p:nvSpPr>
        <p:spPr>
          <a:xfrm>
            <a:off x="592218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B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e6286f4c3a_0_1091"/>
          <p:cNvSpPr/>
          <p:nvPr/>
        </p:nvSpPr>
        <p:spPr>
          <a:xfrm>
            <a:off x="4679318" y="2351732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e6286f4c3a_0_1091"/>
          <p:cNvSpPr/>
          <p:nvPr/>
        </p:nvSpPr>
        <p:spPr>
          <a:xfrm>
            <a:off x="5300758" y="2355818"/>
            <a:ext cx="594360" cy="125730"/>
          </a:xfrm>
          <a:custGeom>
            <a:rect b="b" l="l" r="r" t="t"/>
            <a:pathLst>
              <a:path extrusionOk="0" h="125730" w="594360">
                <a:moveTo>
                  <a:pt x="41911" y="0"/>
                </a:moveTo>
                <a:lnTo>
                  <a:pt x="552449" y="0"/>
                </a:lnTo>
                <a:cubicBezTo>
                  <a:pt x="575596" y="0"/>
                  <a:pt x="594360" y="18764"/>
                  <a:pt x="594360" y="41911"/>
                </a:cubicBezTo>
                <a:lnTo>
                  <a:pt x="594360" y="125730"/>
                </a:lnTo>
                <a:lnTo>
                  <a:pt x="0" y="125730"/>
                </a:lnTo>
                <a:lnTo>
                  <a:pt x="0" y="41911"/>
                </a:lnTo>
                <a:cubicBezTo>
                  <a:pt x="0" y="18764"/>
                  <a:pt x="18764" y="0"/>
                  <a:pt x="41911" y="0"/>
                </a:cubicBezTo>
                <a:close/>
              </a:path>
            </a:pathLst>
          </a:custGeom>
          <a:solidFill>
            <a:srgbClr val="FFCC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2" name="Google Shape;732;g3e6286f4c3a_0_1091"/>
          <p:cNvCxnSpPr/>
          <p:nvPr/>
        </p:nvCxnSpPr>
        <p:spPr>
          <a:xfrm>
            <a:off x="290800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9663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" name="Google Shape;733;g3e6286f4c3a_0_1091"/>
          <p:cNvCxnSpPr/>
          <p:nvPr/>
        </p:nvCxnSpPr>
        <p:spPr>
          <a:xfrm>
            <a:off x="4645362" y="65412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9663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4" name="Google Shape;734;g3e6286f4c3a_0_1091"/>
          <p:cNvCxnSpPr/>
          <p:nvPr/>
        </p:nvCxnSpPr>
        <p:spPr>
          <a:xfrm>
            <a:off x="8973522" y="661743"/>
            <a:ext cx="0" cy="39510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9663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2026-04-24T00:13:30Z</dcterms:created>
  <dc:creator>江頭 慎一郎</dc:creator>
</cp:coreProperties>
</file>