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c4000d914042bd" /><Relationship Type="http://schemas.openxmlformats.org/officeDocument/2006/relationships/extended-properties" Target="/docProps/app.xml" Id="R49947d2bff7f4689" /><Relationship Type="http://schemas.openxmlformats.org/officeDocument/2006/relationships/officeDocument" Target="/ppt/presentation.xml" Id="R774c4a9fb27c418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0cebbc5124d748e5"/>
  </p:sldMasterIdLst>
  <p:notesMasterIdLst>
    <p:notesMasterId xmlns:r="http://schemas.openxmlformats.org/officeDocument/2006/relationships" r:id="R7a0caa206f7e4593"/>
  </p:notesMasterIdLst>
  <p:sldIdLst>
    <p:sldId xmlns:r="http://schemas.openxmlformats.org/officeDocument/2006/relationships" id="256" r:id="R596b577ce386426a"/>
    <p:sldId xmlns:r="http://schemas.openxmlformats.org/officeDocument/2006/relationships" id="257" r:id="R4471e18d15734c16"/>
    <p:sldId xmlns:r="http://schemas.openxmlformats.org/officeDocument/2006/relationships" id="258" r:id="R68d7eefa323d412b"/>
    <p:sldId xmlns:r="http://schemas.openxmlformats.org/officeDocument/2006/relationships" id="259" r:id="R724f773cbeb04812"/>
    <p:sldId xmlns:r="http://schemas.openxmlformats.org/officeDocument/2006/relationships" id="260" r:id="R73f115f00f784b1a"/>
    <p:sldId xmlns:r="http://schemas.openxmlformats.org/officeDocument/2006/relationships" id="261" r:id="Rff84f6d1c91f4e6d"/>
    <p:sldId xmlns:r="http://schemas.openxmlformats.org/officeDocument/2006/relationships" id="262" r:id="Rdf5d6e7d7fc94220"/>
    <p:sldId xmlns:r="http://schemas.openxmlformats.org/officeDocument/2006/relationships" id="263" r:id="R13d4d7e52b6a4a81"/>
    <p:sldId xmlns:r="http://schemas.openxmlformats.org/officeDocument/2006/relationships" id="264" r:id="R36b6ede3a4d24305"/>
    <p:sldId xmlns:r="http://schemas.openxmlformats.org/officeDocument/2006/relationships" id="265" r:id="Rc422600470e84e79"/>
    <p:sldId xmlns:r="http://schemas.openxmlformats.org/officeDocument/2006/relationships" id="266" r:id="R9df5515f4e904f12"/>
    <p:sldId xmlns:r="http://schemas.openxmlformats.org/officeDocument/2006/relationships" id="267" r:id="R13cec1a4abf741c6"/>
    <p:sldId xmlns:r="http://schemas.openxmlformats.org/officeDocument/2006/relationships" id="268" r:id="R7d38b7838a4049d4"/>
    <p:sldId xmlns:r="http://schemas.openxmlformats.org/officeDocument/2006/relationships" id="269" r:id="Rb68b9a8eba6e493a"/>
    <p:sldId xmlns:r="http://schemas.openxmlformats.org/officeDocument/2006/relationships" id="270" r:id="Rb260808ef6df4d23"/>
    <p:sldId xmlns:r="http://schemas.openxmlformats.org/officeDocument/2006/relationships" id="271" r:id="Rbb12cb8b62774b0a"/>
  </p:sldIdLst>
  <p:sldSz cx="12192000" cy="6858000"/>
  <p:notesSz cx="6858000" cy="9144000"/>
  <p:embeddedFontLst>
    <p:embeddedFont>
      <p:font typeface="OpenAI Sans"/>
      <p:regular xmlns:r="http://schemas.openxmlformats.org/officeDocument/2006/relationships" r:id="R9773f315a7874d40"/>
      <p:bold xmlns:r="http://schemas.openxmlformats.org/officeDocument/2006/relationships" r:id="Rf522200ed9474b32"/>
      <p:italic xmlns:r="http://schemas.openxmlformats.org/officeDocument/2006/relationships" r:id="R264beebfaf3b4c13"/>
      <p:boldItalic xmlns:r="http://schemas.openxmlformats.org/officeDocument/2006/relationships" r:id="R5dc695c564954a3b"/>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4c9252ecc0e4296" /><Relationship Type="http://schemas.openxmlformats.org/officeDocument/2006/relationships/slideMaster" Target="/ppt/slideMasters/slideMaster1.xml" Id="R0cebbc5124d748e5" /><Relationship Type="http://schemas.openxmlformats.org/officeDocument/2006/relationships/notesMaster" Target="/ppt/notesMasters/notesMaster1.xml" Id="R7a0caa206f7e4593" /><Relationship Type="http://schemas.openxmlformats.org/officeDocument/2006/relationships/presProps" Target="/ppt/presProps.xml" Id="Rb19fa9da5adc4bcc" /><Relationship Type="http://schemas.openxmlformats.org/officeDocument/2006/relationships/viewProps" Target="/ppt/viewProps.xml" Id="Raff49750f15a48c7" /><Relationship Type="http://schemas.openxmlformats.org/officeDocument/2006/relationships/tableStyles" Target="/ppt/tableStyles.xml" Id="R11b1e90865e04552" /><Relationship Type="http://schemas.openxmlformats.org/officeDocument/2006/relationships/font" Target="/ppt/fonts/font.dat" Id="R9773f315a7874d40" /><Relationship Type="http://schemas.openxmlformats.org/officeDocument/2006/relationships/font" Target="/ppt/fonts/font2.dat" Id="Rf522200ed9474b32" /><Relationship Type="http://schemas.openxmlformats.org/officeDocument/2006/relationships/font" Target="/ppt/fonts/font3.dat" Id="R264beebfaf3b4c13" /><Relationship Type="http://schemas.openxmlformats.org/officeDocument/2006/relationships/font" Target="/ppt/fonts/font4.dat" Id="R5dc695c564954a3b" /><Relationship Type="http://schemas.openxmlformats.org/officeDocument/2006/relationships/slide" Target="/ppt/slides/slide1.xml" Id="R596b577ce386426a" /><Relationship Type="http://schemas.openxmlformats.org/officeDocument/2006/relationships/slide" Target="/ppt/slides/slide2.xml" Id="R4471e18d15734c16" /><Relationship Type="http://schemas.openxmlformats.org/officeDocument/2006/relationships/slide" Target="/ppt/slides/slide3.xml" Id="R68d7eefa323d412b" /><Relationship Type="http://schemas.openxmlformats.org/officeDocument/2006/relationships/slide" Target="/ppt/slides/slide4.xml" Id="R724f773cbeb04812" /><Relationship Type="http://schemas.openxmlformats.org/officeDocument/2006/relationships/slide" Target="/ppt/slides/slide5.xml" Id="R73f115f00f784b1a" /><Relationship Type="http://schemas.openxmlformats.org/officeDocument/2006/relationships/slide" Target="/ppt/slides/slide6.xml" Id="Rff84f6d1c91f4e6d" /><Relationship Type="http://schemas.openxmlformats.org/officeDocument/2006/relationships/slide" Target="/ppt/slides/slide7.xml" Id="Rdf5d6e7d7fc94220" /><Relationship Type="http://schemas.openxmlformats.org/officeDocument/2006/relationships/slide" Target="/ppt/slides/slide8.xml" Id="R13d4d7e52b6a4a81" /><Relationship Type="http://schemas.openxmlformats.org/officeDocument/2006/relationships/slide" Target="/ppt/slides/slide9.xml" Id="R36b6ede3a4d24305" /><Relationship Type="http://schemas.openxmlformats.org/officeDocument/2006/relationships/slide" Target="/ppt/slides/slide10.xml" Id="Rc422600470e84e79" /><Relationship Type="http://schemas.openxmlformats.org/officeDocument/2006/relationships/slide" Target="/ppt/slides/slide11.xml" Id="R9df5515f4e904f12" /><Relationship Type="http://schemas.openxmlformats.org/officeDocument/2006/relationships/slide" Target="/ppt/slides/slide12.xml" Id="R13cec1a4abf741c6" /><Relationship Type="http://schemas.openxmlformats.org/officeDocument/2006/relationships/slide" Target="/ppt/slides/slide13.xml" Id="R7d38b7838a4049d4" /><Relationship Type="http://schemas.openxmlformats.org/officeDocument/2006/relationships/slide" Target="/ppt/slides/slide14.xml" Id="Rb68b9a8eba6e493a" /><Relationship Type="http://schemas.openxmlformats.org/officeDocument/2006/relationships/slide" Target="/ppt/slides/slide15.xml" Id="Rb260808ef6df4d23" /><Relationship Type="http://schemas.openxmlformats.org/officeDocument/2006/relationships/slide" Target="/ppt/slides/slide16.xml" Id="Rbb12cb8b62774b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a8b99011644d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bf76e50f684c7b" /><Relationship Type="http://schemas.openxmlformats.org/officeDocument/2006/relationships/notesMaster" Target="/ppt/notesMasters/notesMaster1.xml" Id="R58083ea820584a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94f58a8efd472b" /><Relationship Type="http://schemas.openxmlformats.org/officeDocument/2006/relationships/notesMaster" Target="/ppt/notesMasters/notesMaster1.xml" Id="R128d2f538f6445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ec10830af34164" /><Relationship Type="http://schemas.openxmlformats.org/officeDocument/2006/relationships/notesMaster" Target="/ppt/notesMasters/notesMaster1.xml" Id="Re85d92467eee4f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b88c501fa54f29" /><Relationship Type="http://schemas.openxmlformats.org/officeDocument/2006/relationships/notesMaster" Target="/ppt/notesMasters/notesMaster1.xml" Id="R2b7a45c7900743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01ef11c48f4564" /><Relationship Type="http://schemas.openxmlformats.org/officeDocument/2006/relationships/notesMaster" Target="/ppt/notesMasters/notesMaster1.xml" Id="R24236efb5d8a46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153c4defdc46c8" /><Relationship Type="http://schemas.openxmlformats.org/officeDocument/2006/relationships/notesMaster" Target="/ppt/notesMasters/notesMaster1.xml" Id="R8ad1ac9e553b47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be10574e004b5f" /><Relationship Type="http://schemas.openxmlformats.org/officeDocument/2006/relationships/notesMaster" Target="/ppt/notesMasters/notesMaster1.xml" Id="R7ec8706f245d46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8be75e086d4187" /><Relationship Type="http://schemas.openxmlformats.org/officeDocument/2006/relationships/notesMaster" Target="/ppt/notesMasters/notesMaster1.xml" Id="R0c962dfb9d7648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2b5263f5b34a26" /><Relationship Type="http://schemas.openxmlformats.org/officeDocument/2006/relationships/notesMaster" Target="/ppt/notesMasters/notesMaster1.xml" Id="Rc503466b0b2c4b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00be05f9684332" /><Relationship Type="http://schemas.openxmlformats.org/officeDocument/2006/relationships/notesMaster" Target="/ppt/notesMasters/notesMaster1.xml" Id="Rbb4ea86488eb44d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4f03bbdd5434741" /><Relationship Type="http://schemas.openxmlformats.org/officeDocument/2006/relationships/notesMaster" Target="/ppt/notesMasters/notesMaster1.xml" Id="R4130866dacfc4b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c9e59bcb794d9a" /><Relationship Type="http://schemas.openxmlformats.org/officeDocument/2006/relationships/notesMaster" Target="/ppt/notesMasters/notesMaster1.xml" Id="R3d24e831481545c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febd77d957940f1" /><Relationship Type="http://schemas.openxmlformats.org/officeDocument/2006/relationships/notesMaster" Target="/ppt/notesMasters/notesMaster1.xml" Id="R8e3205b5180b42b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5a767b8db54f80" /><Relationship Type="http://schemas.openxmlformats.org/officeDocument/2006/relationships/notesMaster" Target="/ppt/notesMasters/notesMaster1.xml" Id="R80600dd4e24f4cc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e8ee82f08f04e6c" /><Relationship Type="http://schemas.openxmlformats.org/officeDocument/2006/relationships/notesMaster" Target="/ppt/notesMasters/notesMaster1.xml" Id="R7f595e5af6414fb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1f92ee2c73b42e6" /><Relationship Type="http://schemas.openxmlformats.org/officeDocument/2006/relationships/notesMaster" Target="/ppt/notesMasters/notesMaster1.xml" Id="R1a48d4ed287a4e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出典：docs/Thinktank_AI_EntryUser_Manual.md（2026-09-08）。画面操作の説明は同マニュアルに基づく。配置は説明用で、アプリの画面写真ではありません。</a:t>
            </a:r>
            <a:endParaRPr/>
          </a:p>
          <a:p xmlns:a="http://schemas.openxmlformats.org/drawingml/2006/main">
            <a:r>
              <a:t/>
            </a:r>
            <a:endParaRPr/>
          </a:p>
          <a:p xmlns:a="http://schemas.openxmlformats.org/drawingml/2006/main">
            <a:r>
              <a:t>AI接続と更新済みアプリの準備が済んでいることを前提にしています。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出典：docs/Thinktank_AI_EntryUser_Manual.md（2026-09-08）。画面操作の説明は同マニュアルに基づく。配置は説明用で、アプリの画面写真ではありません。</a:t>
            </a:r>
          </a:p>
          <a:p xmlns:a="http://schemas.openxmlformats.org/drawingml/2006/main">
            <a:r>
              <a:t/>
            </a:r>
          </a:p>
          <a:p xmlns:a="http://schemas.openxmlformats.org/drawingml/2006/main">
            <a:r>
              <a:t>AI接続と更新済みアプリの準備が済んでいることを前提にしています。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出典：docs/Thinktank_AI_EntryUser_Manual.md（2026-09-08）。画面操作の説明は同マニュアルに基づく。配置は説明用で、アプリの画面写真ではありません。</a:t>
            </a:r>
          </a:p>
          <a:p xmlns:a="http://schemas.openxmlformats.org/drawingml/2006/main">
            <a:r>
              <a:t/>
            </a:r>
          </a:p>
          <a:p xmlns:a="http://schemas.openxmlformats.org/drawingml/2006/main">
            <a:r>
              <a:t>AI接続と更新済みアプリの準備が済んでいることを前提にしています。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出典：docs/Thinktank_AI_EntryUser_Manual.md（2026-09-08）。画面操作の説明は同マニュアルに基づく。配置は説明用で、アプリの画面写真ではありません。</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AI接続と更新済みアプリの準備が済んでいることを前提にしています。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出典：docs/Thinktank_AI_EntryUser_Manual.md（2026-09-08）。画面操作の説明は同マニュアルに基づく。配置は説明用で、アプリの画面写真ではありません。</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AI接続と更新済みアプリの準備が済んでいることを前提にしています。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出典：docs/Thinktank_AI_EntryUser_Manual.md（2026-09-08）。画面操作の説明は同マニュアルに基づく。配置は説明用で、アプリの画面写真ではありません。</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AI接続と更新済みアプリの準備が済んでいることを前提にしています。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出典：docs/Thinktank_AI_EntryUser_Manual.md（2026-09-08）。画面操作の説明は同マニュアルに基づく。配置は説明用で、アプリの画面写真ではありません。</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AI接続と更新済みアプリの準備が済んでいることを前提にしています。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出典：docs/Thinktank_AI_EntryUser_Manual.md（2026-09-08）。画面操作の説明は同マニュアルに基づく。配置は説明用で、アプリの画面写真ではありません。</a:t>
            </a:r>
          </a:p>
          <a:p xmlns:a="http://schemas.openxmlformats.org/drawingml/2006/main">
            <a:r>
              <a:t>「前回・現在・次」は交流会の相談例です。実際の相談内容によって変わります。</a:t>
            </a:r>
          </a:p>
          <a:p xmlns:a="http://schemas.openxmlformats.org/drawingml/2006/main">
            <a:r>
              <a:t>AI接続と更新済みアプリの準備が済んでいることを前提にしています。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出典：docs/Thinktank_AI_EntryUser_Manual.md（2026-09-08）。画面操作の説明は同マニュアルに基づく。配置は説明用で、アプリの画面写真ではありません。</a:t>
            </a:r>
          </a:p>
          <a:p xmlns:a="http://schemas.openxmlformats.org/drawingml/2006/main">
            <a:r>
              <a:t/>
            </a:r>
          </a:p>
          <a:p xmlns:a="http://schemas.openxmlformats.org/drawingml/2006/main">
            <a:r>
              <a:t>AI接続と更新済みアプリの準備が済んでいることを前提にしています。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出典：docs/Thinktank_AI_EntryUser_Manual.md（2026-09-08）。画面操作の説明は同マニュアルに基づく。配置は説明用で、アプリの画面写真ではありません。</a:t>
            </a:r>
            <a:endParaRPr/>
          </a:p>
          <a:p xmlns:a="http://schemas.openxmlformats.org/drawingml/2006/main">
            <a:pPr marL="0" lvl="0" indent="0" algn="l">
              <a:spcBef>
                <a:spcPts val="0"/>
              </a:spcBef>
              <a:spcAft>
                <a:spcPts val="0"/>
              </a:spcAft>
              <a:buNone/>
            </a:pPr>
            <a:r>
              <a:t>表示中のBundleを変えても、相談中の話題は自動で切り替わりません。</a:t>
            </a:r>
            <a:endParaRPr/>
          </a:p>
          <a:p xmlns:a="http://schemas.openxmlformats.org/drawingml/2006/main">
            <a:pPr marL="0" lvl="0" indent="0" algn="l">
              <a:spcBef>
                <a:spcPts val="0"/>
              </a:spcBef>
              <a:spcAft>
                <a:spcPts val="0"/>
              </a:spcAft>
              <a:buNone/>
            </a:pPr>
            <a:r>
              <a:t>AI接続と更新済みアプリの準備が済んでいることを前提にしています。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出典：docs/Thinktank_AI_EntryUser_Manual.md（2026-09-08）。画面操作の説明は同マニュアルに基づく。配置は説明用で、アプリの画面写真ではありません。</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AI接続と更新済みアプリの準備が済んでいることを前提にしています。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出典：docs/Thinktank_AI_EntryUser_Manual.md（2026-09-08）。画面操作の説明は同マニュアルに基づく。配置は説明用で、アプリの画面写真ではありません。</a:t>
            </a:r>
          </a:p>
          <a:p xmlns:a="http://schemas.openxmlformats.org/drawingml/2006/main">
            <a:r>
              <a:t/>
            </a:r>
          </a:p>
          <a:p xmlns:a="http://schemas.openxmlformats.org/drawingml/2006/main">
            <a:r>
              <a:t>AI接続と更新済みアプリの準備が済んでいることを前提にしています。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出典：docs/Thinktank_AI_EntryUser_Manual.md（2026-09-08）。画面操作の説明は同マニュアルに基づく。配置は説明用で、アプリの画面写真ではありません。</a:t>
            </a:r>
          </a:p>
          <a:p xmlns:a="http://schemas.openxmlformats.org/drawingml/2006/main">
            <a:r>
              <a:t/>
            </a:r>
          </a:p>
          <a:p xmlns:a="http://schemas.openxmlformats.org/drawingml/2006/main">
            <a:r>
              <a:t>AI接続と更新済みアプリの準備が済んでいることを前提にしています。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出典：docs/Thinktank_AI_EntryUser_Manual.md（2026-09-08）。画面操作の説明は同マニュアルに基づく。配置は説明用で、アプリの画面写真ではありません。</a:t>
            </a:r>
            <a:endParaRPr/>
          </a:p>
          <a:p xmlns:a="http://schemas.openxmlformats.org/drawingml/2006/main">
            <a:pPr marL="0" lvl="0" indent="0" algn="l">
              <a:spcBef>
                <a:spcPts val="0"/>
              </a:spcBef>
              <a:spcAft>
                <a:spcPts val="0"/>
              </a:spcAft>
              <a:buNone/>
            </a:pPr>
            <a:r>
              <a:t>Paneでの自由対話は管理情報を自動変更しません。結果を相談につなぐ操作だけでは意思決定は確定せず、反映先の相談で決めます。</a:t>
            </a:r>
            <a:endParaRPr/>
          </a:p>
          <a:p xmlns:a="http://schemas.openxmlformats.org/drawingml/2006/main">
            <a:pPr marL="0" lvl="0" indent="0" algn="l">
              <a:spcBef>
                <a:spcPts val="0"/>
              </a:spcBef>
              <a:spcAft>
                <a:spcPts val="0"/>
              </a:spcAft>
              <a:buNone/>
            </a:pPr>
            <a:r>
              <a:t>AI接続と更新済みアプリの準備が済んでいることを前提にしています。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出典：docs/Thinktank_AI_EntryUser_Manual.md（2026-09-08）。画面操作の説明は同マニュアルに基づく。配置は説明用で、アプリの画面写真ではありません。</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AI接続と更新済みアプリの準備が済んでいることを前提にしています。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出典：docs/Thinktank_AI_EntryUser_Manual.md（2026-09-08）。画面操作の説明は同マニュアルに基づく。配置は説明用で、アプリの画面写真ではありません。</a:t>
            </a:r>
            <a:endParaRPr/>
          </a:p>
          <a:p xmlns:a="http://schemas.openxmlformats.org/drawingml/2006/main">
            <a:r>
              <a:t/>
            </a:r>
            <a:endParaRPr/>
          </a:p>
          <a:p xmlns:a="http://schemas.openxmlformats.org/drawingml/2006/main">
            <a:r>
              <a:t>AI接続と更新済みアプリの準備が済んでいることを前提にしています。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3ab78832c34a8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e86e0c1ddce43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db632af308f410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02bd79197840d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4d73fe01cad46f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c628c862a54e9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bbf6942cc4f4f5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6681770a42c4d44"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de897f2bc4462d" /><Relationship Type="http://schemas.openxmlformats.org/officeDocument/2006/relationships/slideLayout" Target="/ppt/slideLayouts/slideLayout1.xml" Id="Rdf4badbc684e4f44" /><Relationship Type="http://schemas.openxmlformats.org/officeDocument/2006/relationships/slideLayout" Target="/ppt/slideLayouts/slideLayout2.xml" Id="R6291c9437cc34feb" /><Relationship Type="http://schemas.openxmlformats.org/officeDocument/2006/relationships/slideLayout" Target="/ppt/slideLayouts/slideLayout3.xml" Id="Rc118b381c0fb4fdd" /><Relationship Type="http://schemas.openxmlformats.org/officeDocument/2006/relationships/slideLayout" Target="/ppt/slideLayouts/slideLayout4.xml" Id="Red2c1b03862143e7" /><Relationship Type="http://schemas.openxmlformats.org/officeDocument/2006/relationships/slideLayout" Target="/ppt/slideLayouts/slideLayout5.xml" Id="R71fc3240b50f49d1" /><Relationship Type="http://schemas.openxmlformats.org/officeDocument/2006/relationships/slideLayout" Target="/ppt/slideLayouts/slideLayout6.xml" Id="R2b3a9c07087c42a2" /><Relationship Type="http://schemas.openxmlformats.org/officeDocument/2006/relationships/slideLayout" Target="/ppt/slideLayouts/slideLayout7.xml" Id="Rcd9936e4cf1444ea" /><Relationship Type="http://schemas.openxmlformats.org/officeDocument/2006/relationships/slideLayout" Target="/ppt/slideLayouts/slideLayout8.xml" Id="Rb12a336ed52744a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df4badbc684e4f44"/>
    <p:sldLayoutId xmlns:r="http://schemas.openxmlformats.org/officeDocument/2006/relationships" id="2147483650" r:id="R6291c9437cc34feb"/>
    <p:sldLayoutId xmlns:r="http://schemas.openxmlformats.org/officeDocument/2006/relationships" id="2147483651" r:id="Rc118b381c0fb4fdd"/>
    <p:sldLayoutId xmlns:r="http://schemas.openxmlformats.org/officeDocument/2006/relationships" id="2147483652" r:id="Red2c1b03862143e7"/>
    <p:sldLayoutId xmlns:r="http://schemas.openxmlformats.org/officeDocument/2006/relationships" id="2147483653" r:id="R71fc3240b50f49d1"/>
    <p:sldLayoutId xmlns:r="http://schemas.openxmlformats.org/officeDocument/2006/relationships" id="2147483654" r:id="R2b3a9c07087c42a2"/>
    <p:sldLayoutId xmlns:r="http://schemas.openxmlformats.org/officeDocument/2006/relationships" id="2147483655" r:id="Rcd9936e4cf1444ea"/>
    <p:sldLayoutId xmlns:r="http://schemas.openxmlformats.org/officeDocument/2006/relationships" id="2147483656" r:id="Rb12a336ed52744ae"/>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5a3b3c81924365" /><Relationship Type="http://schemas.openxmlformats.org/officeDocument/2006/relationships/image" Target="/ppt/media/image.png" Id="R61e969def4b044d3" /><Relationship Type="http://schemas.openxmlformats.org/officeDocument/2006/relationships/notesSlide" Target="/ppt/notesSlides/notesSlide1.xml" Id="R52acbfc51e6241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ccd2174bc194e91" /><Relationship Type="http://schemas.openxmlformats.org/officeDocument/2006/relationships/notesSlide" Target="/ppt/notesSlides/notesSlide2.xml" Id="R8671dde625c240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b6f636972844fdd" /><Relationship Type="http://schemas.openxmlformats.org/officeDocument/2006/relationships/notesSlide" Target="/ppt/notesSlides/notesSlide3.xml" Id="Rb654e98423a543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445d79964da4735" /><Relationship Type="http://schemas.openxmlformats.org/officeDocument/2006/relationships/notesSlide" Target="/ppt/notesSlides/notesSlide4.xml" Id="Re497bd9d78e745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93bf6b34a3e461b" /><Relationship Type="http://schemas.openxmlformats.org/officeDocument/2006/relationships/notesSlide" Target="/ppt/notesSlides/notesSlide5.xml" Id="Rf5292869cc0244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458b327ee21460b" /><Relationship Type="http://schemas.openxmlformats.org/officeDocument/2006/relationships/notesSlide" Target="/ppt/notesSlides/notesSlide6.xml" Id="Rb5b8aa60d04945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b79d9bc76154876" /><Relationship Type="http://schemas.openxmlformats.org/officeDocument/2006/relationships/notesSlide" Target="/ppt/notesSlides/notesSlide7.xml" Id="Rf39adc3028294e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d20fb5aa72e45ed" /><Relationship Type="http://schemas.openxmlformats.org/officeDocument/2006/relationships/notesSlide" Target="/ppt/notesSlides/notesSlide8.xml" Id="R0537bb7409524c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9c5e751b3e740d4" /><Relationship Type="http://schemas.openxmlformats.org/officeDocument/2006/relationships/notesSlide" Target="/ppt/notesSlides/notesSlide9.xml" Id="R67dfe401e14242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d276087ea45414b" /><Relationship Type="http://schemas.openxmlformats.org/officeDocument/2006/relationships/notesSlide" Target="/ppt/notesSlides/notesSlide10.xml" Id="R0d0ad8aa6d2844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33aef890f15451a" /><Relationship Type="http://schemas.openxmlformats.org/officeDocument/2006/relationships/notesSlide" Target="/ppt/notesSlides/notesSlide11.xml" Id="Ref53a45ea28c48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46ecbe5d0e24756" /><Relationship Type="http://schemas.openxmlformats.org/officeDocument/2006/relationships/notesSlide" Target="/ppt/notesSlides/notesSlide12.xml" Id="R7b0736876da145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fb8f20eb8c94dd0" /><Relationship Type="http://schemas.openxmlformats.org/officeDocument/2006/relationships/notesSlide" Target="/ppt/notesSlides/notesSlide13.xml" Id="Rac9b73417fa743b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ffd3e78a2b14a16" /><Relationship Type="http://schemas.openxmlformats.org/officeDocument/2006/relationships/notesSlide" Target="/ppt/notesSlides/notesSlide14.xml" Id="R99a5dfcab37146b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4df0d16c44947e1" /><Relationship Type="http://schemas.openxmlformats.org/officeDocument/2006/relationships/notesSlide" Target="/ppt/notesSlides/notesSlide15.xml" Id="R6e1b62bca35a47f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df429151316489f" /><Relationship Type="http://schemas.openxmlformats.org/officeDocument/2006/relationships/notesSlide" Target="/ppt/notesSlides/notesSlide16.xml" Id="R6cae64722d0d476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4800">
                <a:solidFill>
                  <a:srgbClr val="FFFFFF"/>
                </a:solidFill>
                <a:latin typeface="Yu Gothic"/>
                <a:ea typeface="Yu Gothic"/>
                <a:cs typeface="Yu Gothic"/>
              </a:rPr>
              <a:t>はじめての</a:t>
            </a:r>
          </a:p>
          <a:p xmlns:a="http://schemas.openxmlformats.org/drawingml/2006/main">
            <a:pPr marL="0" indent="0">
              <a:lnSpc>
                <a:spcPct val="115000"/>
              </a:lnSpc>
              <a:spcBef>
                <a:spcPts val="0"/>
              </a:spcBef>
              <a:spcAft>
                <a:spcPts val="400"/>
              </a:spcAft>
              <a:buNone/>
            </a:pPr>
            <a:r>
              <a:rPr sz="4800">
                <a:solidFill>
                  <a:srgbClr val="FFFFFF"/>
                </a:solidFill>
                <a:latin typeface="Helvetica Neue"/>
                <a:ea typeface="Helvetica Neue"/>
                <a:cs typeface="Helvetica Neue"/>
              </a:rPr>
              <a:t>Thinktank</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100">
                <a:solidFill>
                  <a:srgbClr val="FFFFFF"/>
                </a:solidFill>
                <a:latin typeface="Helvetica Neue"/>
                <a:ea typeface="Helvetica Neue"/>
                <a:cs typeface="Helvetica Neue"/>
              </a:rPr>
              <a:t>AI</a:t>
            </a:r>
            <a:r>
              <a:rPr sz="2100">
                <a:solidFill>
                  <a:srgbClr val="FFFFFF"/>
                </a:solidFill>
                <a:latin typeface="Yu Gothic"/>
                <a:ea typeface="Yu Gothic"/>
                <a:cs typeface="Yu Gothic"/>
              </a:rPr>
              <a:t>と相談しながら、考えを整理する</a:t>
            </a: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初心者向けガイド</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思考支援の使い方</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61e969def4b044d3"/>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Rounded Rectangle 5">
            <a:extLst xmlns:a="http://schemas.openxmlformats.org/drawingml/2006/main">
              <a:ext uri="{FF2B5EF4-FFF2-40B4-BE49-F238E27FC236}">
                <a16:creationId xmlns:a16="http://schemas.microsoft.com/office/drawing/2014/main" id="{3595FF69-AA88-8653-2D13-3E0289A12A44}"/>
              </a:ext>
            </a:extLst>
          </p:cNvPr>
          <p:cNvSpPr>
            <a:spLocks xmlns:a="http://schemas.openxmlformats.org/drawingml/2006/main" noGrp="1"/>
          </p:cNvSpPr>
          <p:nvPr/>
        </p:nvSpPr>
        <p:spPr>
          <a:xfrm xmlns:a="http://schemas.openxmlformats.org/drawingml/2006/main">
            <a:off x="393700" y="3022600"/>
            <a:ext cx="3568700" cy="29718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ounded Rectangle 6">
            <a:extLst xmlns:a="http://schemas.openxmlformats.org/drawingml/2006/main">
              <a:ext uri="{FF2B5EF4-FFF2-40B4-BE49-F238E27FC236}">
                <a16:creationId xmlns:a16="http://schemas.microsoft.com/office/drawing/2014/main" id="{E3AFD29D-9AD2-841D-0915-B4BDDC09C0B7}"/>
              </a:ext>
            </a:extLst>
          </p:cNvPr>
          <p:cNvSpPr>
            <a:spLocks xmlns:a="http://schemas.openxmlformats.org/drawingml/2006/main" noGrp="1"/>
          </p:cNvSpPr>
          <p:nvPr/>
        </p:nvSpPr>
        <p:spPr>
          <a:xfrm xmlns:a="http://schemas.openxmlformats.org/drawingml/2006/main">
            <a:off x="4311650" y="3022600"/>
            <a:ext cx="3568700" cy="29718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ounded Rectangle 7">
            <a:extLst xmlns:a="http://schemas.openxmlformats.org/drawingml/2006/main">
              <a:ext uri="{FF2B5EF4-FFF2-40B4-BE49-F238E27FC236}">
                <a16:creationId xmlns:a16="http://schemas.microsoft.com/office/drawing/2014/main" id="{7A10D6BE-4B8A-E31D-9AC6-AEB4FCD518B2}"/>
              </a:ext>
            </a:extLst>
          </p:cNvPr>
          <p:cNvSpPr>
            <a:spLocks xmlns:a="http://schemas.openxmlformats.org/drawingml/2006/main" noGrp="1"/>
          </p:cNvSpPr>
          <p:nvPr/>
        </p:nvSpPr>
        <p:spPr>
          <a:xfrm xmlns:a="http://schemas.openxmlformats.org/drawingml/2006/main">
            <a:off x="8232297" y="3022600"/>
            <a:ext cx="3568700" cy="29718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Slide Number Placeholder 1">
            <a:extLst xmlns:a="http://schemas.openxmlformats.org/drawingml/2006/main">
              <a:ext uri="{FF2B5EF4-FFF2-40B4-BE49-F238E27FC236}">
                <a16:creationId xmlns:a16="http://schemas.microsoft.com/office/drawing/2014/main" id="{908090F4-C2CE-1329-8725-AC98A6AF8F60}"/>
              </a:ext>
            </a:extLst>
          </p:cNvPr>
          <p:cNvSpPr>
            <a:spLocks xmlns:a="http://schemas.openxmlformats.org/drawingml/2006/main" noGrp="1"/>
          </p:cNvSpPr>
          <p:nvPr>
            <p:ph type="sldNum" idx="4"/>
          </p:nvPr>
        </p:nvSpPr>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200">
                <a:solidFill>
                  <a:srgbClr val="FFFFFF"/>
                </a:solidFill>
                <a:latin typeface="Helvetica Neue"/>
                <a:ea typeface="Helvetica Neue"/>
                <a:cs typeface="Helvetica Neue"/>
              </a:rPr>
              <a:t>2</a:t>
            </a:r>
          </a:p>
        </p:txBody>
      </p:sp>
      <p:sp>
        <p:nvSpPr>
          <p:cNvPr id="3" name="Title 2">
            <a:extLst xmlns:a="http://schemas.openxmlformats.org/drawingml/2006/main">
              <a:ext uri="{FF2B5EF4-FFF2-40B4-BE49-F238E27FC236}">
                <a16:creationId xmlns:a16="http://schemas.microsoft.com/office/drawing/2014/main" id="{B64EBD68-6C7C-E1E5-F754-A2CABD28D4B1}"/>
              </a:ext>
            </a:extLst>
          </p:cNvPr>
          <p:cNvSpPr>
            <a:spLocks xmlns:a="http://schemas.openxmlformats.org/drawingml/2006/main" noGrp="1"/>
          </p:cNvSpPr>
          <p:nvPr>
            <p:ph type="title" idx="0"/>
          </p:nvPr>
        </p:nvSpPr>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3150">
                <a:solidFill>
                  <a:srgbClr val="FFFFFF"/>
                </a:solidFill>
                <a:latin typeface="Yu Gothic"/>
                <a:ea typeface="Yu Gothic"/>
                <a:cs typeface="Yu Gothic"/>
              </a:rPr>
              <a:t>最初に覚えることは３つ</a:t>
            </a:r>
          </a:p>
        </p:txBody>
      </p:sp>
      <p:sp>
        <p:nvSpPr>
          <p:cNvPr id="10" name="Content Placeholder 9">
            <a:extLst xmlns:a="http://schemas.openxmlformats.org/drawingml/2006/main">
              <a:ext uri="{FF2B5EF4-FFF2-40B4-BE49-F238E27FC236}">
                <a16:creationId xmlns:a16="http://schemas.microsoft.com/office/drawing/2014/main" id="{E8352425-466B-B7C0-4556-B12F3F4F6DB3}"/>
              </a:ext>
            </a:extLst>
          </p:cNvPr>
          <p:cNvSpPr>
            <a:spLocks xmlns:a="http://schemas.openxmlformats.org/drawingml/2006/main" noGrp="1"/>
          </p:cNvSpPr>
          <p:nvPr>
            <p:ph idx="4294967295"/>
          </p:nvPr>
        </p:nvSpPr>
        <p:spPr>
          <a:xfrm xmlns:a="http://schemas.openxmlformats.org/drawingml/2006/main">
            <a:off x="702413" y="4900613"/>
            <a:ext cx="2949575" cy="819150"/>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気になることを</a:t>
            </a:r>
          </a:p>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そのまま入力</a:t>
            </a:r>
          </a:p>
        </p:txBody>
      </p:sp>
      <p:sp>
        <p:nvSpPr>
          <p:cNvPr id="11" name="Content Placeholder 10">
            <a:extLst xmlns:a="http://schemas.openxmlformats.org/drawingml/2006/main">
              <a:ext uri="{FF2B5EF4-FFF2-40B4-BE49-F238E27FC236}">
                <a16:creationId xmlns:a16="http://schemas.microsoft.com/office/drawing/2014/main" id="{9D1B4876-C319-B371-36B9-745CADB662E1}"/>
              </a:ext>
            </a:extLst>
          </p:cNvPr>
          <p:cNvSpPr>
            <a:spLocks xmlns:a="http://schemas.openxmlformats.org/drawingml/2006/main" noGrp="1"/>
          </p:cNvSpPr>
          <p:nvPr>
            <p:ph idx="4294967295"/>
          </p:nvPr>
        </p:nvSpPr>
        <p:spPr>
          <a:xfrm xmlns:a="http://schemas.openxmlformats.org/drawingml/2006/main">
            <a:off x="8541859" y="4900613"/>
            <a:ext cx="2949575" cy="819150"/>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担当や状態の整理は</a:t>
            </a:r>
          </a:p>
          <a:p xmlns:a="http://schemas.openxmlformats.org/drawingml/2006/main">
            <a:pPr marL="0" indent="0">
              <a:lnSpc>
                <a:spcPct val="115000"/>
              </a:lnSpc>
              <a:spcBef>
                <a:spcPts val="0"/>
              </a:spcBef>
              <a:spcAft>
                <a:spcPts val="400"/>
              </a:spcAft>
              <a:buNone/>
            </a:pPr>
            <a:r>
              <a:rPr sz="1950">
                <a:solidFill>
                  <a:srgbClr val="FFFFFF"/>
                </a:solidFill>
                <a:latin typeface="Helvetica Neue"/>
                <a:ea typeface="Helvetica Neue"/>
                <a:cs typeface="Helvetica Neue"/>
              </a:rPr>
              <a:t>AI</a:t>
            </a:r>
            <a:r>
              <a:rPr sz="1950">
                <a:solidFill>
                  <a:srgbClr val="FFFFFF"/>
                </a:solidFill>
                <a:latin typeface="Yu Gothic"/>
                <a:ea typeface="Yu Gothic"/>
                <a:cs typeface="Yu Gothic"/>
              </a:rPr>
              <a:t>に任せる</a:t>
            </a:r>
          </a:p>
        </p:txBody>
      </p:sp>
      <p:sp>
        <p:nvSpPr>
          <p:cNvPr id="12" name="Content Placeholder 11">
            <a:extLst xmlns:a="http://schemas.openxmlformats.org/drawingml/2006/main">
              <a:ext uri="{FF2B5EF4-FFF2-40B4-BE49-F238E27FC236}">
                <a16:creationId xmlns:a16="http://schemas.microsoft.com/office/drawing/2014/main" id="{1BDFAF15-9B61-BA2E-0381-0DE8F578A81F}"/>
              </a:ext>
            </a:extLst>
          </p:cNvPr>
          <p:cNvSpPr>
            <a:spLocks xmlns:a="http://schemas.openxmlformats.org/drawingml/2006/main" noGrp="1"/>
          </p:cNvSpPr>
          <p:nvPr>
            <p:ph idx="4294967295"/>
          </p:nvPr>
        </p:nvSpPr>
        <p:spPr>
          <a:xfrm xmlns:a="http://schemas.openxmlformats.org/drawingml/2006/main">
            <a:off x="4621211" y="4900613"/>
            <a:ext cx="2949575" cy="819150"/>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忘れたら</a:t>
            </a:r>
          </a:p>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前回の続きを聞く</a:t>
            </a:r>
          </a:p>
        </p:txBody>
      </p:sp>
      <p:sp>
        <p:nvSpPr>
          <p:cNvPr id="13" name="Content Placeholder 9">
            <a:extLst xmlns:a="http://schemas.openxmlformats.org/drawingml/2006/main">
              <a:ext uri="{FF2B5EF4-FFF2-40B4-BE49-F238E27FC236}">
                <a16:creationId xmlns:a16="http://schemas.microsoft.com/office/drawing/2014/main" id="{EDBA9068-3E52-4988-B608-4CED930E45CC}"/>
              </a:ext>
            </a:extLst>
          </p:cNvPr>
          <p:cNvSpPr>
            <a:spLocks xmlns:a="http://schemas.openxmlformats.org/drawingml/2006/main" noGrp="1"/>
          </p:cNvSpPr>
          <p:nvPr/>
        </p:nvSpPr>
        <p:spPr>
          <a:xfrm xmlns:a="http://schemas.openxmlformats.org/drawingml/2006/main">
            <a:off x="702413" y="3429000"/>
            <a:ext cx="2940124" cy="1359356"/>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4800">
                <a:solidFill>
                  <a:srgbClr val="FFFFFF"/>
                </a:solidFill>
                <a:latin typeface="Yu Gothic"/>
                <a:ea typeface="Yu Gothic"/>
                <a:cs typeface="Yu Gothic"/>
              </a:rPr>
              <a:t>話す</a:t>
            </a:r>
          </a:p>
        </p:txBody>
      </p:sp>
      <p:sp>
        <p:nvSpPr>
          <p:cNvPr id="4" name="Content Placeholder 9">
            <a:extLst xmlns:a="http://schemas.openxmlformats.org/drawingml/2006/main">
              <a:ext uri="{FF2B5EF4-FFF2-40B4-BE49-F238E27FC236}">
                <a16:creationId xmlns:a16="http://schemas.microsoft.com/office/drawing/2014/main" id="{553D01BD-BEDA-E1D7-8112-CCD78E0BB0D4}"/>
              </a:ext>
            </a:extLst>
          </p:cNvPr>
          <p:cNvSpPr>
            <a:spLocks xmlns:a="http://schemas.openxmlformats.org/drawingml/2006/main" noGrp="1"/>
          </p:cNvSpPr>
          <p:nvPr/>
        </p:nvSpPr>
        <p:spPr>
          <a:xfrm xmlns:a="http://schemas.openxmlformats.org/drawingml/2006/main">
            <a:off x="4612932" y="3429000"/>
            <a:ext cx="2940124" cy="1359356"/>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4200">
                <a:solidFill>
                  <a:srgbClr val="FFFFFF"/>
                </a:solidFill>
                <a:latin typeface="Yu Gothic"/>
                <a:ea typeface="Yu Gothic"/>
                <a:cs typeface="Yu Gothic"/>
              </a:rPr>
              <a:t>振り返る</a:t>
            </a:r>
          </a:p>
        </p:txBody>
      </p:sp>
      <p:sp>
        <p:nvSpPr>
          <p:cNvPr id="5" name="Content Placeholder 9">
            <a:extLst xmlns:a="http://schemas.openxmlformats.org/drawingml/2006/main">
              <a:ext uri="{FF2B5EF4-FFF2-40B4-BE49-F238E27FC236}">
                <a16:creationId xmlns:a16="http://schemas.microsoft.com/office/drawing/2014/main" id="{5AE7C386-15B3-0C22-BD29-DB00B9F7FAA9}"/>
              </a:ext>
            </a:extLst>
          </p:cNvPr>
          <p:cNvSpPr>
            <a:spLocks xmlns:a="http://schemas.openxmlformats.org/drawingml/2006/main" noGrp="1"/>
          </p:cNvSpPr>
          <p:nvPr/>
        </p:nvSpPr>
        <p:spPr>
          <a:xfrm xmlns:a="http://schemas.openxmlformats.org/drawingml/2006/main">
            <a:off x="8562362" y="3429000"/>
            <a:ext cx="2940124" cy="1359356"/>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4800">
                <a:solidFill>
                  <a:srgbClr val="FFFFFF"/>
                </a:solidFill>
                <a:latin typeface="Yu Gothic"/>
                <a:ea typeface="Yu Gothic"/>
                <a:cs typeface="Yu Gothic"/>
              </a:rPr>
              <a:t>任せる</a:t>
            </a:r>
          </a:p>
        </p:txBody>
      </p:sp>
      <p:sp>
        <p:nvSpPr>
          <p:cNvPr id="14" name="Content Placeholder 15">
            <a:extLst xmlns:a="http://schemas.openxmlformats.org/drawingml/2006/main">
              <a:ext uri="{FF2B5EF4-FFF2-40B4-BE49-F238E27FC236}">
                <a16:creationId xmlns:a16="http://schemas.microsoft.com/office/drawing/2014/main" id="{45E38982-B0CA-BEBE-C656-B7F62835ADB0}"/>
              </a:ext>
            </a:extLst>
          </p:cNvPr>
          <p:cNvSpPr>
            <a:spLocks xmlns:a="http://schemas.openxmlformats.org/drawingml/2006/main" noGrp="1"/>
          </p:cNvSpPr>
          <p:nvPr/>
        </p:nvSpPr>
        <p:spPr>
          <a:xfrm xmlns:a="http://schemas.openxmlformats.org/drawingml/2006/main">
            <a:off x="393700" y="1138300"/>
            <a:ext cx="11404599" cy="1599406"/>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覚えておく負担を減らし、次の一歩を一緒に考えます。</a:t>
            </a: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何をしたいか、どの案を選ぶかは、ご自身で決められます。</a:t>
            </a:r>
          </a:p>
        </p:txBody>
      </p:sp>
      <p:sp>
        <p:nvSpPr>
          <p:cNvPr id="9" name="Footer Placeholder 6">
            <a:extLst xmlns:a="http://schemas.openxmlformats.org/drawingml/2006/main">
              <a:ext uri="{FF2B5EF4-FFF2-40B4-BE49-F238E27FC236}">
                <a16:creationId xmlns:a16="http://schemas.microsoft.com/office/drawing/2014/main" id="{7472BC53-6948-EE0F-E8E5-5488EF53DFE8}"/>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36961682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0AD2B367-4B64-657F-20CC-D17632C47D9A}"/>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7F3FA98E-8546-AC84-6BD4-8DF0BEBBB87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200">
                <a:solidFill>
                  <a:srgbClr val="FFFFFF"/>
                </a:solidFill>
                <a:latin typeface="Helvetica Neue"/>
                <a:ea typeface="Helvetica Neue"/>
                <a:cs typeface="Helvetica Neue"/>
              </a:rPr>
              <a:t>3</a:t>
            </a:r>
          </a:p>
        </p:txBody>
      </p:sp>
      <p:sp>
        <p:nvSpPr>
          <p:cNvPr id="11" name="Title 10">
            <a:extLst xmlns:a="http://schemas.openxmlformats.org/drawingml/2006/main">
              <a:ext uri="{FF2B5EF4-FFF2-40B4-BE49-F238E27FC236}">
                <a16:creationId xmlns:a16="http://schemas.microsoft.com/office/drawing/2014/main" id="{D802DC3F-F6C4-90E8-847D-BA0C2E4445D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3150">
                <a:solidFill>
                  <a:srgbClr val="FFFFFF"/>
                </a:solidFill>
                <a:latin typeface="Yu Gothic"/>
                <a:ea typeface="Yu Gothic"/>
                <a:cs typeface="Yu Gothic"/>
              </a:rPr>
              <a:t>相談を始める</a:t>
            </a:r>
          </a:p>
        </p:txBody>
      </p:sp>
      <p:cxnSp>
        <p:nvCxnSpPr>
          <p:cNvPr id="29" name="Google Shape;2259;p159"/>
          <p:cNvCxnSpPr>
            <a:stCxn xmlns:a="http://schemas.openxmlformats.org/drawingml/2006/main" id="3" idx="2"/>
          </p:cNvCxnSpPr>
          <p:nvPr/>
        </p:nvCxnSpPr>
        <p:spPr>
          <a:xfrm xmlns:a="http://schemas.openxmlformats.org/drawingml/2006/main">
            <a:off x="337718" y="5341621"/>
            <a:ext cx="11460482" cy="300"/>
          </a:xfrm>
          <a:prstGeom xmlns:a="http://schemas.openxmlformats.org/drawingml/2006/main" prst="straightConnector1">
            <a:avLst/>
          </a:prstGeom>
          <a:ln xmlns:a="http://schemas.openxmlformats.org/drawingml/2006/main" w="9525" cap="flat">
            <a:solidFill>
              <a:schemeClr val="tx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96976673-0764-B027-B369-C8C94D395088}"/>
              </a:ext>
            </a:extLst>
          </p:cNvPr>
          <p:cNvSpPr>
            <a:spLocks xmlns:a="http://schemas.openxmlformats.org/drawingml/2006/main" noGrp="1"/>
          </p:cNvSpPr>
          <p:nvPr/>
        </p:nvSpPr>
        <p:spPr>
          <a:xfrm xmlns:a="http://schemas.openxmlformats.org/drawingml/2006/main">
            <a:off x="337718" y="5288071"/>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80D9DF3C-FD01-7A5C-C521-9B86480D4057}"/>
              </a:ext>
            </a:extLst>
          </p:cNvPr>
          <p:cNvSpPr>
            <a:spLocks xmlns:a="http://schemas.openxmlformats.org/drawingml/2006/main" noGrp="1"/>
          </p:cNvSpPr>
          <p:nvPr/>
        </p:nvSpPr>
        <p:spPr>
          <a:xfrm xmlns:a="http://schemas.openxmlformats.org/drawingml/2006/main">
            <a:off x="4251750" y="5288071"/>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37DF6577-8813-93FC-E0AA-22F96D3445FC}"/>
              </a:ext>
            </a:extLst>
          </p:cNvPr>
          <p:cNvSpPr>
            <a:spLocks xmlns:a="http://schemas.openxmlformats.org/drawingml/2006/main" noGrp="1"/>
          </p:cNvSpPr>
          <p:nvPr/>
        </p:nvSpPr>
        <p:spPr>
          <a:xfrm xmlns:a="http://schemas.openxmlformats.org/drawingml/2006/main">
            <a:off x="8176050" y="5288071"/>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20" name="Rounded Rectangle 19">
            <a:extLst xmlns:a="http://schemas.openxmlformats.org/drawingml/2006/main">
              <a:ext uri="{FF2B5EF4-FFF2-40B4-BE49-F238E27FC236}">
                <a16:creationId xmlns:a16="http://schemas.microsoft.com/office/drawing/2014/main" id="{18323F9C-3DB1-9BB3-9462-18B6435C1038}"/>
              </a:ext>
            </a:extLst>
          </p:cNvPr>
          <p:cNvSpPr>
            <a:spLocks xmlns:a="http://schemas.openxmlformats.org/drawingml/2006/main" noGrp="1"/>
          </p:cNvSpPr>
          <p:nvPr/>
        </p:nvSpPr>
        <p:spPr>
          <a:xfrm xmlns:a="http://schemas.openxmlformats.org/drawingml/2006/main">
            <a:off x="393700" y="1401762"/>
            <a:ext cx="3568700" cy="36195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Content Placeholder 8">
            <a:extLst xmlns:a="http://schemas.openxmlformats.org/drawingml/2006/main">
              <a:ext uri="{FF2B5EF4-FFF2-40B4-BE49-F238E27FC236}">
                <a16:creationId xmlns:a16="http://schemas.microsoft.com/office/drawing/2014/main" id="{052F45FF-C9C5-2664-7FF7-CFEC29737802}"/>
              </a:ext>
            </a:extLst>
          </p:cNvPr>
          <p:cNvSpPr>
            <a:spLocks xmlns:a="http://schemas.openxmlformats.org/drawingml/2006/main" noGrp="1"/>
          </p:cNvSpPr>
          <p:nvPr/>
        </p:nvSpPr>
        <p:spPr>
          <a:xfrm xmlns:a="http://schemas.openxmlformats.org/drawingml/2006/main">
            <a:off x="703381" y="1806797"/>
            <a:ext cx="2949339" cy="2566766"/>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250">
                <a:solidFill>
                  <a:srgbClr val="FFFFFF"/>
                </a:solidFill>
                <a:latin typeface="Helvetica Neue"/>
                <a:ea typeface="Helvetica Neue"/>
                <a:cs typeface="Helvetica Neue"/>
              </a:rPr>
              <a:t>Thinktank</a:t>
            </a:r>
            <a:r>
              <a:rPr sz="2250">
                <a:solidFill>
                  <a:srgbClr val="FFFFFF"/>
                </a:solidFill>
                <a:latin typeface="Yu Gothic"/>
                <a:ea typeface="Yu Gothic"/>
                <a:cs typeface="Yu Gothic"/>
              </a:rPr>
              <a:t>を開く</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250">
                <a:solidFill>
                  <a:srgbClr val="FFFFFF"/>
                </a:solidFill>
                <a:latin typeface="Yu Gothic"/>
                <a:ea typeface="Yu Gothic"/>
                <a:cs typeface="Yu Gothic"/>
              </a:rPr>
              <a:t>「</a:t>
            </a:r>
            <a:r>
              <a:rPr sz="2250">
                <a:solidFill>
                  <a:srgbClr val="FFFFFF"/>
                </a:solidFill>
                <a:latin typeface="Helvetica Neue"/>
                <a:ea typeface="Helvetica Neue"/>
                <a:cs typeface="Helvetica Neue"/>
              </a:rPr>
              <a:t>AI</a:t>
            </a:r>
            <a:r>
              <a:rPr sz="2250">
                <a:solidFill>
                  <a:srgbClr val="FFFFFF"/>
                </a:solidFill>
                <a:latin typeface="Yu Gothic"/>
                <a:ea typeface="Yu Gothic"/>
                <a:cs typeface="Yu Gothic"/>
              </a:rPr>
              <a:t>相談」を</a:t>
            </a:r>
          </a:p>
          <a:p xmlns:a="http://schemas.openxmlformats.org/drawingml/2006/main">
            <a:pPr marL="0" indent="0">
              <a:lnSpc>
                <a:spcPct val="115000"/>
              </a:lnSpc>
              <a:spcBef>
                <a:spcPts val="0"/>
              </a:spcBef>
              <a:spcAft>
                <a:spcPts val="400"/>
              </a:spcAft>
              <a:buNone/>
            </a:pPr>
            <a:r>
              <a:rPr sz="2250">
                <a:solidFill>
                  <a:srgbClr val="FFFFFF"/>
                </a:solidFill>
                <a:latin typeface="Yu Gothic"/>
                <a:ea typeface="Yu Gothic"/>
                <a:cs typeface="Yu Gothic"/>
              </a:rPr>
              <a:t>選びます。</a:t>
            </a:r>
          </a:p>
        </p:txBody>
      </p:sp>
      <p:sp>
        <p:nvSpPr>
          <p:cNvPr id="22" name="Rounded Rectangle 21">
            <a:extLst xmlns:a="http://schemas.openxmlformats.org/drawingml/2006/main">
              <a:ext uri="{FF2B5EF4-FFF2-40B4-BE49-F238E27FC236}">
                <a16:creationId xmlns:a16="http://schemas.microsoft.com/office/drawing/2014/main" id="{C3E867C1-C7DA-85C7-C8DC-55F132F2923B}"/>
              </a:ext>
            </a:extLst>
          </p:cNvPr>
          <p:cNvSpPr>
            <a:spLocks xmlns:a="http://schemas.openxmlformats.org/drawingml/2006/main" noGrp="1"/>
          </p:cNvSpPr>
          <p:nvPr/>
        </p:nvSpPr>
        <p:spPr>
          <a:xfrm xmlns:a="http://schemas.openxmlformats.org/drawingml/2006/main">
            <a:off x="4308475" y="1401762"/>
            <a:ext cx="3568700" cy="36195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Content Placeholder 8">
            <a:extLst xmlns:a="http://schemas.openxmlformats.org/drawingml/2006/main">
              <a:ext uri="{FF2B5EF4-FFF2-40B4-BE49-F238E27FC236}">
                <a16:creationId xmlns:a16="http://schemas.microsoft.com/office/drawing/2014/main" id="{5C40FE43-DE8E-7C68-A6D4-F8D8AECE747F}"/>
              </a:ext>
            </a:extLst>
          </p:cNvPr>
          <p:cNvSpPr>
            <a:spLocks xmlns:a="http://schemas.openxmlformats.org/drawingml/2006/main" noGrp="1"/>
          </p:cNvSpPr>
          <p:nvPr/>
        </p:nvSpPr>
        <p:spPr>
          <a:xfrm xmlns:a="http://schemas.openxmlformats.org/drawingml/2006/main">
            <a:off x="4618156" y="1806797"/>
            <a:ext cx="2949339" cy="2566766"/>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新しい相談を選ぶ</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上の相談一覧から</a:t>
            </a: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a:t>
            </a:r>
            <a:r>
              <a:rPr sz="2100">
                <a:solidFill>
                  <a:srgbClr val="FFFFFF"/>
                </a:solidFill>
                <a:latin typeface="Helvetica Neue"/>
                <a:ea typeface="Helvetica Neue"/>
                <a:cs typeface="Helvetica Neue"/>
              </a:rPr>
              <a:t> </a:t>
            </a:r>
            <a:r>
              <a:rPr sz="2100">
                <a:solidFill>
                  <a:srgbClr val="FFFFFF"/>
                </a:solidFill>
                <a:latin typeface="Yu Gothic"/>
                <a:ea typeface="Yu Gothic"/>
                <a:cs typeface="Yu Gothic"/>
              </a:rPr>
              <a:t>新規チャット」</a:t>
            </a: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を選びます。</a:t>
            </a:r>
          </a:p>
        </p:txBody>
      </p:sp>
      <p:sp>
        <p:nvSpPr>
          <p:cNvPr id="24" name="Rounded Rectangle 23">
            <a:extLst xmlns:a="http://schemas.openxmlformats.org/drawingml/2006/main">
              <a:ext uri="{FF2B5EF4-FFF2-40B4-BE49-F238E27FC236}">
                <a16:creationId xmlns:a16="http://schemas.microsoft.com/office/drawing/2014/main" id="{EA9CAD1D-ACB2-1454-6255-0DA0ECB85F88}"/>
              </a:ext>
            </a:extLst>
          </p:cNvPr>
          <p:cNvSpPr>
            <a:spLocks xmlns:a="http://schemas.openxmlformats.org/drawingml/2006/main" noGrp="1"/>
          </p:cNvSpPr>
          <p:nvPr/>
        </p:nvSpPr>
        <p:spPr>
          <a:xfrm xmlns:a="http://schemas.openxmlformats.org/drawingml/2006/main">
            <a:off x="8237538" y="1401762"/>
            <a:ext cx="3568700" cy="36195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Content Placeholder 8">
            <a:extLst xmlns:a="http://schemas.openxmlformats.org/drawingml/2006/main">
              <a:ext uri="{FF2B5EF4-FFF2-40B4-BE49-F238E27FC236}">
                <a16:creationId xmlns:a16="http://schemas.microsoft.com/office/drawing/2014/main" id="{AECA4705-7C1E-A1DB-1156-729DDE0C588F}"/>
              </a:ext>
            </a:extLst>
          </p:cNvPr>
          <p:cNvSpPr>
            <a:spLocks xmlns:a="http://schemas.openxmlformats.org/drawingml/2006/main" noGrp="1"/>
          </p:cNvSpPr>
          <p:nvPr/>
        </p:nvSpPr>
        <p:spPr>
          <a:xfrm xmlns:a="http://schemas.openxmlformats.org/drawingml/2006/main">
            <a:off x="8547219" y="1806797"/>
            <a:ext cx="2949339" cy="2566766"/>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気になることを書く</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下の入力欄を</a:t>
            </a: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クリックして</a:t>
            </a: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入力します。</a:t>
            </a:r>
          </a:p>
        </p:txBody>
      </p:sp>
      <p:sp>
        <p:nvSpPr>
          <p:cNvPr id="8" name="Text Placeholder 16">
            <a:extLst xmlns:a="http://schemas.openxmlformats.org/drawingml/2006/main">
              <a:ext uri="{FF2B5EF4-FFF2-40B4-BE49-F238E27FC236}">
                <a16:creationId xmlns:a16="http://schemas.microsoft.com/office/drawing/2014/main" id="{013F05BF-0D59-AD7B-B623-A2626D8E3303}"/>
              </a:ext>
            </a:extLst>
          </p:cNvPr>
          <p:cNvSpPr>
            <a:spLocks xmlns:a="http://schemas.openxmlformats.org/drawingml/2006/main" noGrp="1"/>
          </p:cNvSpPr>
          <p:nvPr/>
        </p:nvSpPr>
        <p:spPr>
          <a:xfrm xmlns:a="http://schemas.openxmlformats.org/drawingml/2006/main">
            <a:off x="4251750" y="5602406"/>
            <a:ext cx="2595934" cy="391993"/>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２　選ぶ</a:t>
            </a:r>
          </a:p>
        </p:txBody>
      </p:sp>
      <p:sp>
        <p:nvSpPr>
          <p:cNvPr id="12" name="Text Placeholder 16">
            <a:extLst xmlns:a="http://schemas.openxmlformats.org/drawingml/2006/main">
              <a:ext uri="{FF2B5EF4-FFF2-40B4-BE49-F238E27FC236}">
                <a16:creationId xmlns:a16="http://schemas.microsoft.com/office/drawing/2014/main" id="{BD278DD6-3486-8F28-C119-6A1866BD8D2F}"/>
              </a:ext>
            </a:extLst>
          </p:cNvPr>
          <p:cNvSpPr>
            <a:spLocks xmlns:a="http://schemas.openxmlformats.org/drawingml/2006/main" noGrp="1"/>
          </p:cNvSpPr>
          <p:nvPr/>
        </p:nvSpPr>
        <p:spPr>
          <a:xfrm xmlns:a="http://schemas.openxmlformats.org/drawingml/2006/main">
            <a:off x="390950" y="5602406"/>
            <a:ext cx="2595934" cy="391993"/>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１　開く</a:t>
            </a:r>
          </a:p>
        </p:txBody>
      </p:sp>
      <p:sp>
        <p:nvSpPr>
          <p:cNvPr id="13" name="Text Placeholder 16">
            <a:extLst xmlns:a="http://schemas.openxmlformats.org/drawingml/2006/main">
              <a:ext uri="{FF2B5EF4-FFF2-40B4-BE49-F238E27FC236}">
                <a16:creationId xmlns:a16="http://schemas.microsoft.com/office/drawing/2014/main" id="{DAB1D750-F0E1-A3C4-989E-260B04C4A85B}"/>
              </a:ext>
            </a:extLst>
          </p:cNvPr>
          <p:cNvSpPr>
            <a:spLocks xmlns:a="http://schemas.openxmlformats.org/drawingml/2006/main" noGrp="1"/>
          </p:cNvSpPr>
          <p:nvPr/>
        </p:nvSpPr>
        <p:spPr>
          <a:xfrm xmlns:a="http://schemas.openxmlformats.org/drawingml/2006/main">
            <a:off x="8225439" y="5602406"/>
            <a:ext cx="2595934" cy="391993"/>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３　書く</a:t>
            </a:r>
          </a:p>
        </p:txBody>
      </p:sp>
    </p:spTree>
    <p:extLst>
      <p:ext uri="{BB962C8B-B14F-4D97-AF65-F5344CB8AC3E}">
        <p14:creationId xmlns:p14="http://schemas.microsoft.com/office/powerpoint/2010/main" val="167841331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200">
                <a:solidFill>
                  <a:srgbClr val="FFFFFF"/>
                </a:solidFill>
                <a:latin typeface="Helvetica Neue"/>
                <a:ea typeface="Helvetica Neue"/>
                <a:cs typeface="Helvetica Neue"/>
              </a:rPr>
              <a:t>4</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3150">
                <a:solidFill>
                  <a:srgbClr val="FFFFFF"/>
                </a:solidFill>
                <a:latin typeface="Yu Gothic"/>
                <a:ea typeface="Yu Gothic"/>
                <a:cs typeface="Yu Gothic"/>
              </a:rPr>
              <a:t>まだ、はっきり決まっていなくても大丈夫</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550">
                <a:solidFill>
                  <a:srgbClr val="FFFFFF"/>
                </a:solidFill>
                <a:latin typeface="Yu Gothic"/>
                <a:ea typeface="Yu Gothic"/>
                <a:cs typeface="Yu Gothic"/>
              </a:rPr>
              <a:t>たとえば、こう話します</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550">
                <a:solidFill>
                  <a:srgbClr val="FFFFFF"/>
                </a:solidFill>
                <a:latin typeface="Yu Gothic"/>
                <a:ea typeface="Yu Gothic"/>
                <a:cs typeface="Yu Gothic"/>
              </a:rPr>
              <a:t>「来月、友人と交流会を</a:t>
            </a:r>
          </a:p>
          <a:p xmlns:a="http://schemas.openxmlformats.org/drawingml/2006/main">
            <a:pPr marL="0" indent="0">
              <a:lnSpc>
                <a:spcPct val="115000"/>
              </a:lnSpc>
              <a:spcBef>
                <a:spcPts val="0"/>
              </a:spcBef>
              <a:spcAft>
                <a:spcPts val="400"/>
              </a:spcAft>
              <a:buNone/>
            </a:pPr>
            <a:r>
              <a:rPr sz="2550">
                <a:solidFill>
                  <a:srgbClr val="FFFFFF"/>
                </a:solidFill>
                <a:latin typeface="Yu Gothic"/>
                <a:ea typeface="Yu Gothic"/>
                <a:cs typeface="Yu Gothic"/>
              </a:rPr>
              <a:t>開きたいのですが、</a:t>
            </a:r>
          </a:p>
          <a:p xmlns:a="http://schemas.openxmlformats.org/drawingml/2006/main">
            <a:pPr marL="0" indent="0">
              <a:lnSpc>
                <a:spcPct val="115000"/>
              </a:lnSpc>
              <a:spcBef>
                <a:spcPts val="0"/>
              </a:spcBef>
              <a:spcAft>
                <a:spcPts val="400"/>
              </a:spcAft>
              <a:buNone/>
            </a:pPr>
            <a:r>
              <a:rPr sz="2550">
                <a:solidFill>
                  <a:srgbClr val="FFFFFF"/>
                </a:solidFill>
                <a:latin typeface="Yu Gothic"/>
                <a:ea typeface="Yu Gothic"/>
                <a:cs typeface="Yu Gothic"/>
              </a:rPr>
              <a:t>何から始めれば</a:t>
            </a:r>
          </a:p>
          <a:p xmlns:a="http://schemas.openxmlformats.org/drawingml/2006/main">
            <a:pPr marL="0" indent="0">
              <a:lnSpc>
                <a:spcPct val="115000"/>
              </a:lnSpc>
              <a:spcBef>
                <a:spcPts val="0"/>
              </a:spcBef>
              <a:spcAft>
                <a:spcPts val="400"/>
              </a:spcAft>
              <a:buNone/>
            </a:pPr>
            <a:r>
              <a:rPr sz="2550">
                <a:solidFill>
                  <a:srgbClr val="FFFFFF"/>
                </a:solidFill>
                <a:latin typeface="Yu Gothic"/>
                <a:ea typeface="Yu Gothic"/>
                <a:cs typeface="Yu Gothic"/>
              </a:rPr>
              <a:t>よいでしょうか。」</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今すぐ始めないときは</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「気になっているだけです。</a:t>
            </a: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今すぐ取り組む予定にはせず、</a:t>
            </a: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記録しておいてください。」</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一度にすべてを決める必要はありません。</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02BAAA24-F157-F288-22D7-97AEA157EFE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52A30403-4B2D-2E15-7A2F-51A6DF6BE5D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200">
                <a:solidFill>
                  <a:srgbClr val="FFFFFF"/>
                </a:solidFill>
                <a:latin typeface="Helvetica Neue"/>
                <a:ea typeface="Helvetica Neue"/>
                <a:cs typeface="Helvetica Neue"/>
              </a:rPr>
              <a:t>5</a:t>
            </a:r>
          </a:p>
        </p:txBody>
      </p:sp>
      <p:sp>
        <p:nvSpPr>
          <p:cNvPr id="533" name="Google Shape;533;p58">
            <a:extLst xmlns:a="http://schemas.openxmlformats.org/drawingml/2006/main">
              <a:ext uri="{FF2B5EF4-FFF2-40B4-BE49-F238E27FC236}">
                <a16:creationId xmlns:a16="http://schemas.microsoft.com/office/drawing/2014/main" id="{0A2BB6CD-1085-4638-68F3-7000FD29EA07}"/>
              </a:ext>
            </a:extLst>
          </p:cNvPr>
          <p:cNvSpPr>
            <a:spLocks xmlns:a="http://schemas.openxmlformats.org/drawingml/2006/main" noGrp="1"/>
          </p:cNvSpPr>
          <p:nvPr>
            <p:ph type="title" idx="0"/>
          </p:nvPr>
        </p:nvSpPr>
        <p:spPr>
          <a:xfrm xmlns:a="http://schemas.openxmlformats.org/drawingml/2006/main">
            <a:off x="393700" y="344488"/>
            <a:ext cx="11404600" cy="644297"/>
          </a:xfrm>
        </p:spPr>
        <p:txBody>
          <a:bodyPr xmlns:a="http://schemas.openxmlformats.org/drawingml/2006/main" spcFirstLastPara="1"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3150">
                <a:solidFill>
                  <a:srgbClr val="FFFFFF"/>
                </a:solidFill>
                <a:latin typeface="Yu Gothic"/>
                <a:ea typeface="Yu Gothic"/>
                <a:cs typeface="Yu Gothic"/>
              </a:rPr>
              <a:t>送信と改行は、この２つ</a:t>
            </a:r>
          </a:p>
        </p:txBody>
      </p:sp>
      <p:sp>
        <p:nvSpPr>
          <p:cNvPr id="2" name="Rounded Rectangle 1">
            <a:extLst xmlns:a="http://schemas.openxmlformats.org/drawingml/2006/main">
              <a:ext uri="{FF2B5EF4-FFF2-40B4-BE49-F238E27FC236}">
                <a16:creationId xmlns:a16="http://schemas.microsoft.com/office/drawing/2014/main" id="{390FBCE0-CCE2-0D7F-19D7-0DA59E2FBD28}"/>
              </a:ext>
            </a:extLst>
          </p:cNvPr>
          <p:cNvSpPr>
            <a:spLocks xmlns:a="http://schemas.openxmlformats.org/drawingml/2006/main" noGrp="1"/>
          </p:cNvSpPr>
          <p:nvPr/>
        </p:nvSpPr>
        <p:spPr>
          <a:xfrm xmlns:a="http://schemas.openxmlformats.org/drawingml/2006/main">
            <a:off x="397013" y="3339053"/>
            <a:ext cx="5533887" cy="1320801"/>
          </a:xfrm>
          <a:prstGeom xmlns:a="http://schemas.openxmlformats.org/drawingml/2006/main" prst="roundRect">
            <a:avLst>
              <a:gd name="adj" fmla="val 0"/>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31291836-42DE-4BA2-7C66-683137F113DF}"/>
              </a:ext>
            </a:extLst>
          </p:cNvPr>
          <p:cNvSpPr>
            <a:spLocks xmlns:a="http://schemas.openxmlformats.org/drawingml/2006/main" noGrp="1"/>
          </p:cNvSpPr>
          <p:nvPr/>
        </p:nvSpPr>
        <p:spPr>
          <a:xfrm xmlns:a="http://schemas.openxmlformats.org/drawingml/2006/main">
            <a:off x="694248" y="3587937"/>
            <a:ext cx="4986886" cy="877788"/>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4050">
                <a:solidFill>
                  <a:srgbClr val="FFFFFF"/>
                </a:solidFill>
                <a:latin typeface="Helvetica Neue"/>
                <a:ea typeface="Helvetica Neue"/>
                <a:cs typeface="Helvetica Neue"/>
              </a:rPr>
              <a:t>Enter</a:t>
            </a:r>
          </a:p>
        </p:txBody>
      </p:sp>
      <p:sp>
        <p:nvSpPr>
          <p:cNvPr id="4" name="Content Placeholder 15">
            <a:extLst xmlns:a="http://schemas.openxmlformats.org/drawingml/2006/main">
              <a:ext uri="{FF2B5EF4-FFF2-40B4-BE49-F238E27FC236}">
                <a16:creationId xmlns:a16="http://schemas.microsoft.com/office/drawing/2014/main" id="{3D399E38-72C8-159B-DE08-FC689A75B5E9}"/>
              </a:ext>
            </a:extLst>
          </p:cNvPr>
          <p:cNvSpPr>
            <a:spLocks xmlns:a="http://schemas.openxmlformats.org/drawingml/2006/main" noGrp="1"/>
          </p:cNvSpPr>
          <p:nvPr/>
        </p:nvSpPr>
        <p:spPr>
          <a:xfrm xmlns:a="http://schemas.openxmlformats.org/drawingml/2006/main">
            <a:off x="694248" y="4828582"/>
            <a:ext cx="5236652" cy="977900"/>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250">
                <a:solidFill>
                  <a:srgbClr val="FFFFFF"/>
                </a:solidFill>
                <a:latin typeface="Yu Gothic"/>
                <a:ea typeface="Yu Gothic"/>
                <a:cs typeface="Yu Gothic"/>
              </a:rPr>
              <a:t>入力した文章を送信します。</a:t>
            </a:r>
          </a:p>
        </p:txBody>
      </p:sp>
      <p:sp>
        <p:nvSpPr>
          <p:cNvPr id="8" name="Rounded Rectangle 7">
            <a:extLst xmlns:a="http://schemas.openxmlformats.org/drawingml/2006/main">
              <a:ext uri="{FF2B5EF4-FFF2-40B4-BE49-F238E27FC236}">
                <a16:creationId xmlns:a16="http://schemas.microsoft.com/office/drawing/2014/main" id="{5E1586E9-BDFD-E84E-20C0-875E339DC80D}"/>
              </a:ext>
            </a:extLst>
          </p:cNvPr>
          <p:cNvSpPr>
            <a:spLocks xmlns:a="http://schemas.openxmlformats.org/drawingml/2006/main" noGrp="1"/>
          </p:cNvSpPr>
          <p:nvPr/>
        </p:nvSpPr>
        <p:spPr>
          <a:xfrm xmlns:a="http://schemas.openxmlformats.org/drawingml/2006/main">
            <a:off x="6260785" y="3339053"/>
            <a:ext cx="5533887" cy="1320801"/>
          </a:xfrm>
          <a:prstGeom xmlns:a="http://schemas.openxmlformats.org/drawingml/2006/main" prst="roundRect">
            <a:avLst>
              <a:gd name="adj" fmla="val 0"/>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Content Placeholder 10">
            <a:extLst xmlns:a="http://schemas.openxmlformats.org/drawingml/2006/main">
              <a:ext uri="{FF2B5EF4-FFF2-40B4-BE49-F238E27FC236}">
                <a16:creationId xmlns:a16="http://schemas.microsoft.com/office/drawing/2014/main" id="{BDE93465-12EE-49A8-048B-A3C97C2DFE3D}"/>
              </a:ext>
            </a:extLst>
          </p:cNvPr>
          <p:cNvSpPr>
            <a:spLocks xmlns:a="http://schemas.openxmlformats.org/drawingml/2006/main" noGrp="1"/>
          </p:cNvSpPr>
          <p:nvPr/>
        </p:nvSpPr>
        <p:spPr>
          <a:xfrm xmlns:a="http://schemas.openxmlformats.org/drawingml/2006/main">
            <a:off x="6558020" y="3587937"/>
            <a:ext cx="4986886" cy="877788"/>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3600">
                <a:solidFill>
                  <a:srgbClr val="FFFFFF"/>
                </a:solidFill>
                <a:latin typeface="Helvetica Neue"/>
                <a:ea typeface="Helvetica Neue"/>
                <a:cs typeface="Helvetica Neue"/>
              </a:rPr>
              <a:t>Shift + Enter</a:t>
            </a:r>
          </a:p>
        </p:txBody>
      </p:sp>
      <p:sp>
        <p:nvSpPr>
          <p:cNvPr id="13" name="Content Placeholder 15">
            <a:extLst xmlns:a="http://schemas.openxmlformats.org/drawingml/2006/main">
              <a:ext uri="{FF2B5EF4-FFF2-40B4-BE49-F238E27FC236}">
                <a16:creationId xmlns:a16="http://schemas.microsoft.com/office/drawing/2014/main" id="{0F1EA821-AA26-C1FC-F948-D100ABDE2920}"/>
              </a:ext>
            </a:extLst>
          </p:cNvPr>
          <p:cNvSpPr>
            <a:spLocks xmlns:a="http://schemas.openxmlformats.org/drawingml/2006/main" noGrp="1"/>
          </p:cNvSpPr>
          <p:nvPr/>
        </p:nvSpPr>
        <p:spPr>
          <a:xfrm xmlns:a="http://schemas.openxmlformats.org/drawingml/2006/main">
            <a:off x="6558020" y="4828582"/>
            <a:ext cx="5236652" cy="977900"/>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250">
                <a:solidFill>
                  <a:srgbClr val="FFFFFF"/>
                </a:solidFill>
                <a:latin typeface="Yu Gothic"/>
                <a:ea typeface="Yu Gothic"/>
                <a:cs typeface="Yu Gothic"/>
              </a:rPr>
              <a:t>文の途中で改行します。</a:t>
            </a:r>
          </a:p>
        </p:txBody>
      </p:sp>
      <p:sp>
        <p:nvSpPr>
          <p:cNvPr id="14" name="Content Placeholder 15">
            <a:extLst xmlns:a="http://schemas.openxmlformats.org/drawingml/2006/main">
              <a:ext uri="{FF2B5EF4-FFF2-40B4-BE49-F238E27FC236}">
                <a16:creationId xmlns:a16="http://schemas.microsoft.com/office/drawing/2014/main" id="{53566714-9098-3B48-6D62-954DC695F743}"/>
              </a:ext>
            </a:extLst>
          </p:cNvPr>
          <p:cNvSpPr>
            <a:spLocks xmlns:a="http://schemas.openxmlformats.org/drawingml/2006/main" noGrp="1"/>
          </p:cNvSpPr>
          <p:nvPr/>
        </p:nvSpPr>
        <p:spPr>
          <a:xfrm xmlns:a="http://schemas.openxmlformats.org/drawingml/2006/main">
            <a:off x="400939" y="1157513"/>
            <a:ext cx="11404599" cy="1629229"/>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250">
                <a:solidFill>
                  <a:srgbClr val="FFFFFF"/>
                </a:solidFill>
                <a:latin typeface="Yu Gothic"/>
                <a:ea typeface="Yu Gothic"/>
                <a:cs typeface="Yu Gothic"/>
              </a:rPr>
              <a:t>下の入力欄で文章を書いたら、キーを押します。</a:t>
            </a:r>
          </a:p>
          <a:p xmlns:a="http://schemas.openxmlformats.org/drawingml/2006/main">
            <a:pPr marL="0" indent="0">
              <a:lnSpc>
                <a:spcPct val="115000"/>
              </a:lnSpc>
              <a:spcBef>
                <a:spcPts val="0"/>
              </a:spcBef>
              <a:spcAft>
                <a:spcPts val="400"/>
              </a:spcAft>
              <a:buNone/>
            </a:pPr>
            <a:r>
              <a:rPr sz="2250">
                <a:solidFill>
                  <a:srgbClr val="FFFFFF"/>
                </a:solidFill>
                <a:latin typeface="Helvetica Neue"/>
                <a:ea typeface="Helvetica Neue"/>
                <a:cs typeface="Helvetica Neue"/>
              </a:rPr>
              <a:t>AI</a:t>
            </a:r>
            <a:r>
              <a:rPr sz="2250">
                <a:solidFill>
                  <a:srgbClr val="FFFFFF"/>
                </a:solidFill>
                <a:latin typeface="Yu Gothic"/>
                <a:ea typeface="Yu Gothic"/>
                <a:cs typeface="Yu Gothic"/>
              </a:rPr>
              <a:t>の返事を読み、答えられることから返してください。</a:t>
            </a:r>
          </a:p>
        </p:txBody>
      </p:sp>
    </p:spTree>
    <p:extLst>
      <p:ext uri="{BB962C8B-B14F-4D97-AF65-F5344CB8AC3E}">
        <p14:creationId xmlns:p14="http://schemas.microsoft.com/office/powerpoint/2010/main" val="346245865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7FAC9A03-119F-393D-2295-2587BE7C4F7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CCCB27A2-1D9F-6514-0821-C7CC3F675523}"/>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200">
                <a:solidFill>
                  <a:srgbClr val="FFFFFF"/>
                </a:solidFill>
                <a:latin typeface="Helvetica Neue"/>
                <a:ea typeface="Helvetica Neue"/>
                <a:cs typeface="Helvetica Neue"/>
              </a:rPr>
              <a:t>6</a:t>
            </a:r>
          </a:p>
        </p:txBody>
      </p:sp>
      <p:sp>
        <p:nvSpPr>
          <p:cNvPr id="533" name="Google Shape;533;p58">
            <a:extLst xmlns:a="http://schemas.openxmlformats.org/drawingml/2006/main">
              <a:ext uri="{FF2B5EF4-FFF2-40B4-BE49-F238E27FC236}">
                <a16:creationId xmlns:a16="http://schemas.microsoft.com/office/drawing/2014/main" id="{3FD2F4B0-1B4E-4F78-8608-85E7ADD90742}"/>
              </a:ext>
            </a:extLst>
          </p:cNvPr>
          <p:cNvSpPr>
            <a:spLocks xmlns:a="http://schemas.openxmlformats.org/drawingml/2006/main" noGrp="1"/>
          </p:cNvSpPr>
          <p:nvPr>
            <p:ph type="title" idx="0"/>
          </p:nvPr>
        </p:nvSpPr>
        <p:spPr>
          <a:xfrm xmlns:a="http://schemas.openxmlformats.org/drawingml/2006/main">
            <a:off x="393700" y="344488"/>
            <a:ext cx="11404600" cy="1283032"/>
          </a:xfrm>
        </p:spPr>
        <p:txBody>
          <a:bodyPr xmlns:a="http://schemas.openxmlformats.org/drawingml/2006/main" spcFirstLastPara="1"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3000">
                <a:solidFill>
                  <a:srgbClr val="FFFFFF"/>
                </a:solidFill>
                <a:latin typeface="Yu Gothic"/>
                <a:ea typeface="Yu Gothic"/>
                <a:cs typeface="Yu Gothic"/>
              </a:rPr>
              <a:t>担当が変わっても、そのまま相談できます</a:t>
            </a:r>
          </a:p>
        </p:txBody>
      </p:sp>
      <p:sp>
        <p:nvSpPr>
          <p:cNvPr id="10" name="Rounded Rectangle 9">
            <a:extLst xmlns:a="http://schemas.openxmlformats.org/drawingml/2006/main">
              <a:ext uri="{FF2B5EF4-FFF2-40B4-BE49-F238E27FC236}">
                <a16:creationId xmlns:a16="http://schemas.microsoft.com/office/drawing/2014/main" id="{8B4C5563-C118-E2D4-2A1A-F84171FF9E48}"/>
              </a:ext>
            </a:extLst>
          </p:cNvPr>
          <p:cNvSpPr>
            <a:spLocks xmlns:a="http://schemas.openxmlformats.org/drawingml/2006/main" noGrp="1"/>
          </p:cNvSpPr>
          <p:nvPr/>
        </p:nvSpPr>
        <p:spPr>
          <a:xfrm xmlns:a="http://schemas.openxmlformats.org/drawingml/2006/main">
            <a:off x="4308953" y="3365501"/>
            <a:ext cx="3568700" cy="26289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ounded Rectangle 10">
            <a:extLst xmlns:a="http://schemas.openxmlformats.org/drawingml/2006/main">
              <a:ext uri="{FF2B5EF4-FFF2-40B4-BE49-F238E27FC236}">
                <a16:creationId xmlns:a16="http://schemas.microsoft.com/office/drawing/2014/main" id="{87EC77EB-07E7-2818-9132-6416EC5EFF5D}"/>
              </a:ext>
            </a:extLst>
          </p:cNvPr>
          <p:cNvSpPr>
            <a:spLocks xmlns:a="http://schemas.openxmlformats.org/drawingml/2006/main" noGrp="1"/>
          </p:cNvSpPr>
          <p:nvPr/>
        </p:nvSpPr>
        <p:spPr>
          <a:xfrm xmlns:a="http://schemas.openxmlformats.org/drawingml/2006/main">
            <a:off x="8229600" y="3365501"/>
            <a:ext cx="3568700" cy="26289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Content Placeholder 9">
            <a:extLst xmlns:a="http://schemas.openxmlformats.org/drawingml/2006/main">
              <a:ext uri="{FF2B5EF4-FFF2-40B4-BE49-F238E27FC236}">
                <a16:creationId xmlns:a16="http://schemas.microsoft.com/office/drawing/2014/main" id="{14F9DBD7-0427-326B-17D5-5DD215C447E9}"/>
              </a:ext>
            </a:extLst>
          </p:cNvPr>
          <p:cNvSpPr>
            <a:spLocks xmlns:a="http://schemas.openxmlformats.org/drawingml/2006/main" noGrp="1"/>
          </p:cNvSpPr>
          <p:nvPr/>
        </p:nvSpPr>
        <p:spPr>
          <a:xfrm xmlns:a="http://schemas.openxmlformats.org/drawingml/2006/main">
            <a:off x="4621821" y="4146160"/>
            <a:ext cx="2949339" cy="1432877"/>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950">
                <a:solidFill>
                  <a:srgbClr val="FFFFFF"/>
                </a:solidFill>
                <a:latin typeface="Helvetica Neue"/>
                <a:ea typeface="Helvetica Neue"/>
                <a:cs typeface="Helvetica Neue"/>
              </a:rPr>
              <a:t>AI</a:t>
            </a:r>
            <a:r>
              <a:rPr sz="1950">
                <a:solidFill>
                  <a:srgbClr val="FFFFFF"/>
                </a:solidFill>
                <a:latin typeface="Yu Gothic"/>
                <a:ea typeface="Yu Gothic"/>
                <a:cs typeface="Yu Gothic"/>
              </a:rPr>
              <a:t>が整理すること</a:t>
            </a:r>
          </a:p>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相談の種類・担当</a:t>
            </a:r>
          </a:p>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進行状態</a:t>
            </a:r>
          </a:p>
        </p:txBody>
      </p:sp>
      <p:sp>
        <p:nvSpPr>
          <p:cNvPr id="13" name="Content Placeholder 10">
            <a:extLst xmlns:a="http://schemas.openxmlformats.org/drawingml/2006/main">
              <a:ext uri="{FF2B5EF4-FFF2-40B4-BE49-F238E27FC236}">
                <a16:creationId xmlns:a16="http://schemas.microsoft.com/office/drawing/2014/main" id="{A81FFF27-06E1-B925-B772-E8C07A029EE7}"/>
              </a:ext>
            </a:extLst>
          </p:cNvPr>
          <p:cNvSpPr>
            <a:spLocks xmlns:a="http://schemas.openxmlformats.org/drawingml/2006/main" noGrp="1"/>
          </p:cNvSpPr>
          <p:nvPr/>
        </p:nvSpPr>
        <p:spPr>
          <a:xfrm xmlns:a="http://schemas.openxmlformats.org/drawingml/2006/main">
            <a:off x="8536094" y="4146160"/>
            <a:ext cx="2949339" cy="1432877"/>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ご自身で決めること</a:t>
            </a:r>
          </a:p>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どの案にするか</a:t>
            </a:r>
          </a:p>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今、取り組むか</a:t>
            </a:r>
          </a:p>
        </p:txBody>
      </p:sp>
      <p:sp>
        <p:nvSpPr>
          <p:cNvPr id="14" name="Google Shape;340;p61">
            <a:extLst xmlns:a="http://schemas.openxmlformats.org/drawingml/2006/main">
              <a:ext uri="{FF2B5EF4-FFF2-40B4-BE49-F238E27FC236}">
                <a16:creationId xmlns:a16="http://schemas.microsoft.com/office/drawing/2014/main" id="{D182FC54-B4D0-2FD9-7909-F4321F70186F}"/>
              </a:ext>
            </a:extLst>
          </p:cNvPr>
          <p:cNvSpPr>
            <a:spLocks xmlns:a="http://schemas.openxmlformats.org/drawingml/2006/main" noGrp="1"/>
          </p:cNvSpPr>
          <p:nvPr/>
        </p:nvSpPr>
        <p:spPr>
          <a:xfrm xmlns:a="http://schemas.openxmlformats.org/drawingml/2006/main">
            <a:off x="46276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5" name="Google Shape;340;p61">
            <a:extLst xmlns:a="http://schemas.openxmlformats.org/drawingml/2006/main">
              <a:ext uri="{FF2B5EF4-FFF2-40B4-BE49-F238E27FC236}">
                <a16:creationId xmlns:a16="http://schemas.microsoft.com/office/drawing/2014/main" id="{12304657-C94E-6AEC-95B3-FF04FD52D51C}"/>
              </a:ext>
            </a:extLst>
          </p:cNvPr>
          <p:cNvSpPr>
            <a:spLocks xmlns:a="http://schemas.openxmlformats.org/drawingml/2006/main" noGrp="1"/>
          </p:cNvSpPr>
          <p:nvPr/>
        </p:nvSpPr>
        <p:spPr>
          <a:xfrm xmlns:a="http://schemas.openxmlformats.org/drawingml/2006/main">
            <a:off x="8533270" y="3694102"/>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6" name="Rounded Rectangle 5">
            <a:extLst xmlns:a="http://schemas.openxmlformats.org/drawingml/2006/main">
              <a:ext uri="{FF2B5EF4-FFF2-40B4-BE49-F238E27FC236}">
                <a16:creationId xmlns:a16="http://schemas.microsoft.com/office/drawing/2014/main" id="{CEC1020B-1BFB-C461-94A3-B04496D488AD}"/>
              </a:ext>
            </a:extLst>
          </p:cNvPr>
          <p:cNvSpPr>
            <a:spLocks xmlns:a="http://schemas.openxmlformats.org/drawingml/2006/main" noGrp="1"/>
          </p:cNvSpPr>
          <p:nvPr/>
        </p:nvSpPr>
        <p:spPr>
          <a:xfrm xmlns:a="http://schemas.openxmlformats.org/drawingml/2006/main">
            <a:off x="388306" y="3365501"/>
            <a:ext cx="3568700" cy="26289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Content Placeholder 9">
            <a:extLst xmlns:a="http://schemas.openxmlformats.org/drawingml/2006/main">
              <a:ext uri="{FF2B5EF4-FFF2-40B4-BE49-F238E27FC236}">
                <a16:creationId xmlns:a16="http://schemas.microsoft.com/office/drawing/2014/main" id="{BF9CE9B1-F78E-2E93-3127-A76A196DCEA9}"/>
              </a:ext>
            </a:extLst>
          </p:cNvPr>
          <p:cNvSpPr>
            <a:spLocks xmlns:a="http://schemas.openxmlformats.org/drawingml/2006/main" noGrp="1"/>
          </p:cNvSpPr>
          <p:nvPr/>
        </p:nvSpPr>
        <p:spPr>
          <a:xfrm xmlns:a="http://schemas.openxmlformats.org/drawingml/2006/main">
            <a:off x="701174" y="4146160"/>
            <a:ext cx="2949339" cy="1432877"/>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話すこと</a:t>
            </a: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ご自身の希望や</a:t>
            </a: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今の状況</a:t>
            </a:r>
          </a:p>
        </p:txBody>
      </p:sp>
      <p:sp>
        <p:nvSpPr>
          <p:cNvPr id="8" name="Google Shape;340;p61">
            <a:extLst xmlns:a="http://schemas.openxmlformats.org/drawingml/2006/main">
              <a:ext uri="{FF2B5EF4-FFF2-40B4-BE49-F238E27FC236}">
                <a16:creationId xmlns:a16="http://schemas.microsoft.com/office/drawing/2014/main" id="{DFAB1693-7B48-B899-1715-D7B6F34DCE6C}"/>
              </a:ext>
            </a:extLst>
          </p:cNvPr>
          <p:cNvSpPr>
            <a:spLocks xmlns:a="http://schemas.openxmlformats.org/drawingml/2006/main" noGrp="1"/>
          </p:cNvSpPr>
          <p:nvPr/>
        </p:nvSpPr>
        <p:spPr>
          <a:xfrm xmlns:a="http://schemas.openxmlformats.org/drawingml/2006/main">
            <a:off x="706998"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9" name="Content Placeholder 15">
            <a:extLst xmlns:a="http://schemas.openxmlformats.org/drawingml/2006/main">
              <a:ext uri="{FF2B5EF4-FFF2-40B4-BE49-F238E27FC236}">
                <a16:creationId xmlns:a16="http://schemas.microsoft.com/office/drawing/2014/main" id="{34ED89C7-2856-344F-42B0-44B6A09E907B}"/>
              </a:ext>
            </a:extLst>
          </p:cNvPr>
          <p:cNvSpPr>
            <a:spLocks xmlns:a="http://schemas.openxmlformats.org/drawingml/2006/main" noGrp="1"/>
          </p:cNvSpPr>
          <p:nvPr/>
        </p:nvSpPr>
        <p:spPr>
          <a:xfrm xmlns:a="http://schemas.openxmlformats.org/drawingml/2006/main">
            <a:off x="393701" y="1450523"/>
            <a:ext cx="11404599" cy="1629229"/>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「担当を</a:t>
            </a:r>
            <a:r>
              <a:rPr sz="2175">
                <a:solidFill>
                  <a:srgbClr val="FFFFFF"/>
                </a:solidFill>
                <a:latin typeface="Helvetica Neue"/>
                <a:ea typeface="Helvetica Neue"/>
                <a:cs typeface="Helvetica Neue"/>
              </a:rPr>
              <a:t>Overview</a:t>
            </a:r>
            <a:r>
              <a:rPr sz="2175">
                <a:solidFill>
                  <a:srgbClr val="FFFFFF"/>
                </a:solidFill>
                <a:latin typeface="Yu Gothic"/>
                <a:ea typeface="Yu Gothic"/>
                <a:cs typeface="Yu Gothic"/>
              </a:rPr>
              <a:t>に引き継ぎました」</a:t>
            </a:r>
          </a:p>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この表示が出ても、同じ入力欄で続けられます。</a:t>
            </a:r>
          </a:p>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パネルの切り替えや、タイトルの整理は</a:t>
            </a:r>
            <a:r>
              <a:rPr sz="2175">
                <a:solidFill>
                  <a:srgbClr val="FFFFFF"/>
                </a:solidFill>
                <a:latin typeface="Helvetica Neue"/>
                <a:ea typeface="Helvetica Neue"/>
                <a:cs typeface="Helvetica Neue"/>
              </a:rPr>
              <a:t>AI</a:t>
            </a:r>
            <a:r>
              <a:rPr sz="2175">
                <a:solidFill>
                  <a:srgbClr val="FFFFFF"/>
                </a:solidFill>
                <a:latin typeface="Yu Gothic"/>
                <a:ea typeface="Yu Gothic"/>
                <a:cs typeface="Yu Gothic"/>
              </a:rPr>
              <a:t>に任せられます。</a:t>
            </a:r>
          </a:p>
        </p:txBody>
      </p:sp>
    </p:spTree>
    <p:extLst>
      <p:ext uri="{BB962C8B-B14F-4D97-AF65-F5344CB8AC3E}">
        <p14:creationId xmlns:p14="http://schemas.microsoft.com/office/powerpoint/2010/main" val="156618307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1" name="Footer Placeholder 10">
            <a:extLst xmlns:a="http://schemas.openxmlformats.org/drawingml/2006/main">
              <a:ext uri="{FF2B5EF4-FFF2-40B4-BE49-F238E27FC236}">
                <a16:creationId xmlns:a16="http://schemas.microsoft.com/office/drawing/2014/main" id="{C4B207BF-6BAB-0D91-F12C-1E6FFBCC420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AA5CCC43-8737-3A41-CAE5-94B8C1D29B5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200">
                <a:solidFill>
                  <a:srgbClr val="FFFFFF"/>
                </a:solidFill>
                <a:latin typeface="Helvetica Neue"/>
                <a:ea typeface="Helvetica Neue"/>
                <a:cs typeface="Helvetica Neue"/>
              </a:rPr>
              <a:t>7</a:t>
            </a:r>
          </a:p>
        </p:txBody>
      </p:sp>
      <p:sp>
        <p:nvSpPr>
          <p:cNvPr id="533" name="Google Shape;533;p58">
            <a:extLst xmlns:a="http://schemas.openxmlformats.org/drawingml/2006/main">
              <a:ext uri="{FF2B5EF4-FFF2-40B4-BE49-F238E27FC236}">
                <a16:creationId xmlns:a16="http://schemas.microsoft.com/office/drawing/2014/main" id="{8B77B614-E3C4-8964-0877-92800631D48F}"/>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3150">
                <a:solidFill>
                  <a:srgbClr val="FFFFFF"/>
                </a:solidFill>
                <a:latin typeface="Yu Gothic"/>
                <a:ea typeface="Yu Gothic"/>
                <a:cs typeface="Yu Gothic"/>
              </a:rPr>
              <a:t>４つのパネルは、４つの考える視点</a:t>
            </a:r>
          </a:p>
        </p:txBody>
      </p:sp>
      <p:sp>
        <p:nvSpPr>
          <p:cNvPr id="7" name="Rounded Rectangle 6">
            <a:extLst xmlns:a="http://schemas.openxmlformats.org/drawingml/2006/main">
              <a:ext uri="{FF2B5EF4-FFF2-40B4-BE49-F238E27FC236}">
                <a16:creationId xmlns:a16="http://schemas.microsoft.com/office/drawing/2014/main" id="{24774D92-572F-796B-CFA0-75F5BDE34DE7}"/>
              </a:ext>
            </a:extLst>
          </p:cNvPr>
          <p:cNvSpPr>
            <a:spLocks xmlns:a="http://schemas.openxmlformats.org/drawingml/2006/main" noGrp="1"/>
          </p:cNvSpPr>
          <p:nvPr/>
        </p:nvSpPr>
        <p:spPr>
          <a:xfrm xmlns:a="http://schemas.openxmlformats.org/drawingml/2006/main">
            <a:off x="6264412" y="2369856"/>
            <a:ext cx="5533887" cy="16383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C0439ECA-9193-112F-E7E6-326447CEF7EB}"/>
              </a:ext>
            </a:extLst>
          </p:cNvPr>
          <p:cNvSpPr>
            <a:spLocks xmlns:a="http://schemas.openxmlformats.org/drawingml/2006/main" noGrp="1"/>
          </p:cNvSpPr>
          <p:nvPr/>
        </p:nvSpPr>
        <p:spPr>
          <a:xfrm xmlns:a="http://schemas.openxmlformats.org/drawingml/2006/main">
            <a:off x="6561647" y="2664788"/>
            <a:ext cx="4986886" cy="1048436"/>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025">
                <a:solidFill>
                  <a:srgbClr val="FFFFFF"/>
                </a:solidFill>
                <a:latin typeface="Helvetica Neue"/>
                <a:ea typeface="Helvetica Neue"/>
                <a:cs typeface="Helvetica Neue"/>
              </a:rPr>
              <a:t>Overview</a:t>
            </a:r>
            <a:r>
              <a:rPr sz="2025">
                <a:solidFill>
                  <a:srgbClr val="FFFFFF"/>
                </a:solidFill>
                <a:latin typeface="Yu Gothic"/>
                <a:ea typeface="Yu Gothic"/>
                <a:cs typeface="Yu Gothic"/>
              </a:rPr>
              <a:t>｜全体を見る</a:t>
            </a: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目的と、関係する資料を整理する</a:t>
            </a:r>
          </a:p>
        </p:txBody>
      </p:sp>
      <p:sp>
        <p:nvSpPr>
          <p:cNvPr id="9" name="Rounded Rectangle 8">
            <a:extLst xmlns:a="http://schemas.openxmlformats.org/drawingml/2006/main">
              <a:ext uri="{FF2B5EF4-FFF2-40B4-BE49-F238E27FC236}">
                <a16:creationId xmlns:a16="http://schemas.microsoft.com/office/drawing/2014/main" id="{BED27E76-B721-E464-2478-718E91A649B4}"/>
              </a:ext>
            </a:extLst>
          </p:cNvPr>
          <p:cNvSpPr>
            <a:spLocks xmlns:a="http://schemas.openxmlformats.org/drawingml/2006/main" noGrp="1"/>
          </p:cNvSpPr>
          <p:nvPr/>
        </p:nvSpPr>
        <p:spPr>
          <a:xfrm xmlns:a="http://schemas.openxmlformats.org/drawingml/2006/main">
            <a:off x="409043" y="2369856"/>
            <a:ext cx="5533887" cy="16383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Content Placeholder 10">
            <a:extLst xmlns:a="http://schemas.openxmlformats.org/drawingml/2006/main">
              <a:ext uri="{FF2B5EF4-FFF2-40B4-BE49-F238E27FC236}">
                <a16:creationId xmlns:a16="http://schemas.microsoft.com/office/drawing/2014/main" id="{40DA34A0-E630-37E8-0332-0E57245DCF0D}"/>
              </a:ext>
            </a:extLst>
          </p:cNvPr>
          <p:cNvSpPr>
            <a:spLocks xmlns:a="http://schemas.openxmlformats.org/drawingml/2006/main" noGrp="1"/>
          </p:cNvSpPr>
          <p:nvPr/>
        </p:nvSpPr>
        <p:spPr>
          <a:xfrm xmlns:a="http://schemas.openxmlformats.org/drawingml/2006/main">
            <a:off x="706278" y="2664788"/>
            <a:ext cx="4986886" cy="1048436"/>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025">
                <a:solidFill>
                  <a:srgbClr val="FFFFFF"/>
                </a:solidFill>
                <a:latin typeface="Helvetica Neue"/>
                <a:ea typeface="Helvetica Neue"/>
                <a:cs typeface="Helvetica Neue"/>
              </a:rPr>
              <a:t>Thinktank</a:t>
            </a:r>
            <a:r>
              <a:rPr sz="2025">
                <a:solidFill>
                  <a:srgbClr val="FFFFFF"/>
                </a:solidFill>
                <a:latin typeface="Yu Gothic"/>
                <a:ea typeface="Yu Gothic"/>
                <a:cs typeface="Yu Gothic"/>
              </a:rPr>
              <a:t>｜見つける</a:t>
            </a: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気になることを出す・記録を探す</a:t>
            </a:r>
          </a:p>
        </p:txBody>
      </p:sp>
      <p:sp>
        <p:nvSpPr>
          <p:cNvPr id="2" name="Rounded Rectangle 1">
            <a:extLst xmlns:a="http://schemas.openxmlformats.org/drawingml/2006/main">
              <a:ext uri="{FF2B5EF4-FFF2-40B4-BE49-F238E27FC236}">
                <a16:creationId xmlns:a16="http://schemas.microsoft.com/office/drawing/2014/main" id="{F421FB3D-82DC-94B6-ADD3-99BB3C8E58D0}"/>
              </a:ext>
            </a:extLst>
          </p:cNvPr>
          <p:cNvSpPr>
            <a:spLocks xmlns:a="http://schemas.openxmlformats.org/drawingml/2006/main" noGrp="1"/>
          </p:cNvSpPr>
          <p:nvPr/>
        </p:nvSpPr>
        <p:spPr>
          <a:xfrm xmlns:a="http://schemas.openxmlformats.org/drawingml/2006/main">
            <a:off x="6264412" y="4370106"/>
            <a:ext cx="5533887" cy="16383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9122C651-AF0B-D7E1-E9EF-3F4BC1C587A5}"/>
              </a:ext>
            </a:extLst>
          </p:cNvPr>
          <p:cNvSpPr>
            <a:spLocks xmlns:a="http://schemas.openxmlformats.org/drawingml/2006/main" noGrp="1"/>
          </p:cNvSpPr>
          <p:nvPr/>
        </p:nvSpPr>
        <p:spPr>
          <a:xfrm xmlns:a="http://schemas.openxmlformats.org/drawingml/2006/main">
            <a:off x="6561647" y="4665038"/>
            <a:ext cx="4986886" cy="1048436"/>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025">
                <a:solidFill>
                  <a:srgbClr val="FFFFFF"/>
                </a:solidFill>
                <a:latin typeface="Helvetica Neue"/>
                <a:ea typeface="Helvetica Neue"/>
                <a:cs typeface="Helvetica Neue"/>
              </a:rPr>
              <a:t>ReThink</a:t>
            </a:r>
            <a:r>
              <a:rPr sz="2025">
                <a:solidFill>
                  <a:srgbClr val="FFFFFF"/>
                </a:solidFill>
                <a:latin typeface="Yu Gothic"/>
                <a:ea typeface="Yu Gothic"/>
                <a:cs typeface="Yu Gothic"/>
              </a:rPr>
              <a:t>｜振り返る</a:t>
            </a: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結果を確かめ、次を考える</a:t>
            </a:r>
          </a:p>
        </p:txBody>
      </p:sp>
      <p:sp>
        <p:nvSpPr>
          <p:cNvPr id="4" name="Rounded Rectangle 3">
            <a:extLst xmlns:a="http://schemas.openxmlformats.org/drawingml/2006/main">
              <a:ext uri="{FF2B5EF4-FFF2-40B4-BE49-F238E27FC236}">
                <a16:creationId xmlns:a16="http://schemas.microsoft.com/office/drawing/2014/main" id="{EDA590ED-3B5F-06BC-B0E9-C6DC4E8BBF0C}"/>
              </a:ext>
            </a:extLst>
          </p:cNvPr>
          <p:cNvSpPr>
            <a:spLocks xmlns:a="http://schemas.openxmlformats.org/drawingml/2006/main" noGrp="1"/>
          </p:cNvSpPr>
          <p:nvPr/>
        </p:nvSpPr>
        <p:spPr>
          <a:xfrm xmlns:a="http://schemas.openxmlformats.org/drawingml/2006/main">
            <a:off x="409043" y="4370106"/>
            <a:ext cx="5533887" cy="16383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Content Placeholder 10">
            <a:extLst xmlns:a="http://schemas.openxmlformats.org/drawingml/2006/main">
              <a:ext uri="{FF2B5EF4-FFF2-40B4-BE49-F238E27FC236}">
                <a16:creationId xmlns:a16="http://schemas.microsoft.com/office/drawing/2014/main" id="{EB1BBBB3-DA5C-C3DF-7DD6-33AB7A85340B}"/>
              </a:ext>
            </a:extLst>
          </p:cNvPr>
          <p:cNvSpPr>
            <a:spLocks xmlns:a="http://schemas.openxmlformats.org/drawingml/2006/main" noGrp="1"/>
          </p:cNvSpPr>
          <p:nvPr/>
        </p:nvSpPr>
        <p:spPr>
          <a:xfrm xmlns:a="http://schemas.openxmlformats.org/drawingml/2006/main">
            <a:off x="706278" y="4665038"/>
            <a:ext cx="4986886" cy="1048436"/>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025">
                <a:solidFill>
                  <a:srgbClr val="FFFFFF"/>
                </a:solidFill>
                <a:latin typeface="Helvetica Neue"/>
                <a:ea typeface="Helvetica Neue"/>
                <a:cs typeface="Helvetica Neue"/>
              </a:rPr>
              <a:t>Workout</a:t>
            </a:r>
            <a:r>
              <a:rPr sz="2025">
                <a:solidFill>
                  <a:srgbClr val="FFFFFF"/>
                </a:solidFill>
                <a:latin typeface="Yu Gothic"/>
                <a:ea typeface="Yu Gothic"/>
                <a:cs typeface="Yu Gothic"/>
              </a:rPr>
              <a:t>｜具体化する</a:t>
            </a: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案を比べる・文章を作る</a:t>
            </a:r>
          </a:p>
        </p:txBody>
      </p:sp>
      <p:sp>
        <p:nvSpPr>
          <p:cNvPr id="6" name="Content Placeholder 15">
            <a:extLst xmlns:a="http://schemas.openxmlformats.org/drawingml/2006/main">
              <a:ext uri="{FF2B5EF4-FFF2-40B4-BE49-F238E27FC236}">
                <a16:creationId xmlns:a16="http://schemas.microsoft.com/office/drawing/2014/main" id="{04E6B723-686B-D8DD-4DA5-3E62BDE4905A}"/>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順番に通る工程ではありません。必要な視点へ戻って相談できます。</a:t>
            </a:r>
          </a:p>
        </p:txBody>
      </p:sp>
    </p:spTree>
    <p:extLst>
      <p:ext uri="{BB962C8B-B14F-4D97-AF65-F5344CB8AC3E}">
        <p14:creationId xmlns:p14="http://schemas.microsoft.com/office/powerpoint/2010/main" val="176600024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200">
                <a:solidFill>
                  <a:srgbClr val="FFFFFF"/>
                </a:solidFill>
                <a:latin typeface="Helvetica Neue"/>
                <a:ea typeface="Helvetica Neue"/>
                <a:cs typeface="Helvetica Neue"/>
              </a:rPr>
              <a:t>8</a:t>
            </a: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3000">
                <a:solidFill>
                  <a:srgbClr val="FFFFFF"/>
                </a:solidFill>
                <a:latin typeface="Yu Gothic"/>
                <a:ea typeface="Yu Gothic"/>
                <a:cs typeface="Yu Gothic"/>
              </a:rPr>
              <a:t>忘れたら「前回・現在・次」を確認する</a:t>
            </a:r>
          </a:p>
        </p:txBody>
      </p:sp>
      <p:cxnSp>
        <p:nvCxnSpPr>
          <p:cNvPr id="24" name="Google Shape;2259;p159"/>
          <p:cNvCxnSpPr>
            <a:stCxn xmlns:a="http://schemas.openxmlformats.org/drawingml/2006/main" id="3" idx="2"/>
          </p:cNvCxnSpPr>
          <p:nvPr/>
        </p:nvCxnSpPr>
        <p:spPr>
          <a:xfrm xmlns:a="http://schemas.openxmlformats.org/drawingml/2006/main">
            <a:off x="337718" y="3373753"/>
            <a:ext cx="11460482" cy="300"/>
          </a:xfrm>
          <a:prstGeom xmlns:a="http://schemas.openxmlformats.org/drawingml/2006/main" prst="straightConnector1">
            <a:avLst/>
          </a:prstGeom>
          <a:ln xmlns:a="http://schemas.openxmlformats.org/drawingml/2006/main" w="9525" cap="flat">
            <a:solidFill>
              <a:schemeClr val="tx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前回</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現在</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次</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今の状況</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会場に問い合わせ、</a:t>
            </a:r>
          </a:p>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返事を待っている。</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決まったこと</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交流会の候補日は</a:t>
            </a:r>
          </a:p>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２つに絞った。</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次の一歩</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返事が来たら、</a:t>
            </a:r>
          </a:p>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空き状況を比べる。</a:t>
            </a:r>
          </a:p>
        </p:txBody>
      </p:sp>
      <p:sp>
        <p:nvSpPr>
          <p:cNvPr id="20" name="resume-question">
            <a:extLst xmlns:a="http://schemas.openxmlformats.org/drawingml/2006/main">
              <a:ext uri="{FF2B5EF4-FFF2-40B4-BE49-F238E27FC236}">
                <a16:creationId xmlns:a16="http://schemas.microsoft.com/office/drawing/2014/main" id="{D4101C01-6C53-425C-8F85-B2694B81BEC4}"/>
              </a:ext>
            </a:extLst>
          </p:cNvPr>
          <p:cNvSpPr>
            <a:spLocks xmlns:a="http://schemas.openxmlformats.org/drawingml/2006/main" noGrp="1"/>
          </p:cNvSpPr>
          <p:nvPr/>
        </p:nvSpPr>
        <p:spPr>
          <a:xfrm xmlns:a="http://schemas.openxmlformats.org/drawingml/2006/main">
            <a:off x="400050" y="1571625"/>
            <a:ext cx="1123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025">
                <a:solidFill>
                  <a:srgbClr val="FFFFFF"/>
                </a:solidFill>
              </a:defRPr>
            </a:pPr>
            <a:r>
              <a:rPr sz="2025">
                <a:solidFill>
                  <a:srgbClr val="FFFFFF"/>
                </a:solidFill>
              </a:rPr>
              <a:t>「前回・現在・次を確認する」を開くか、続きを聞いてください。</a:t>
            </a:r>
          </a:p>
        </p:txBody>
      </p:sp>
    </p:spTree>
    <p:extLst>
      <p:ext uri="{BB962C8B-B14F-4D97-AF65-F5344CB8AC3E}">
        <p14:creationId xmlns:p14="http://schemas.microsoft.com/office/powerpoint/2010/main" val="344633891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200">
                <a:solidFill>
                  <a:srgbClr val="FFFFFF"/>
                </a:solidFill>
                <a:latin typeface="Helvetica Neue"/>
                <a:ea typeface="Helvetica Neue"/>
                <a:cs typeface="Helvetica Neue"/>
              </a:rPr>
              <a:t>9</a:t>
            </a: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3150">
                <a:solidFill>
                  <a:srgbClr val="FFFFFF"/>
                </a:solidFill>
                <a:latin typeface="Yu Gothic"/>
                <a:ea typeface="Yu Gothic"/>
                <a:cs typeface="Yu Gothic"/>
              </a:rPr>
              <a:t>自分のペースに合わせて相談する</a:t>
            </a: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説明を短くしたい</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「説明の長さ」で</a:t>
            </a:r>
          </a:p>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「短く、一つずつ」を選びます。</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もう一度、聞きたい</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「前回はどこまで決まりましたか。</a:t>
            </a: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次にすることを一つ教えてください。」</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迷っている</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「費用と便利さで比べてください。</a:t>
            </a:r>
          </a:p>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まだ決めずに考えたいです。」</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希望が変わった</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「前の希望を訂正します。</a:t>
            </a: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今回は人数を少なくしたいです。」</a:t>
            </a:r>
          </a:p>
        </p:txBody>
      </p:sp>
    </p:spTree>
    <p:extLst>
      <p:ext uri="{BB962C8B-B14F-4D97-AF65-F5344CB8AC3E}">
        <p14:creationId xmlns:p14="http://schemas.microsoft.com/office/powerpoint/2010/main" val="3601454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02BAAA24-F157-F288-22D7-97AEA157EFE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52A30403-4B2D-2E15-7A2F-51A6DF6BE5D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200">
                <a:solidFill>
                  <a:srgbClr val="FFFFFF"/>
                </a:solidFill>
                <a:latin typeface="Helvetica Neue"/>
                <a:ea typeface="Helvetica Neue"/>
                <a:cs typeface="Helvetica Neue"/>
              </a:rPr>
              <a:t>10</a:t>
            </a:r>
          </a:p>
        </p:txBody>
      </p:sp>
      <p:sp>
        <p:nvSpPr>
          <p:cNvPr id="533" name="Google Shape;533;p58">
            <a:extLst xmlns:a="http://schemas.openxmlformats.org/drawingml/2006/main">
              <a:ext uri="{FF2B5EF4-FFF2-40B4-BE49-F238E27FC236}">
                <a16:creationId xmlns:a16="http://schemas.microsoft.com/office/drawing/2014/main" id="{0A2BB6CD-1085-4638-68F3-7000FD29EA07}"/>
              </a:ext>
            </a:extLst>
          </p:cNvPr>
          <p:cNvSpPr>
            <a:spLocks xmlns:a="http://schemas.openxmlformats.org/drawingml/2006/main" noGrp="1"/>
          </p:cNvSpPr>
          <p:nvPr>
            <p:ph type="title" idx="0"/>
          </p:nvPr>
        </p:nvSpPr>
        <p:spPr>
          <a:xfrm xmlns:a="http://schemas.openxmlformats.org/drawingml/2006/main">
            <a:off x="393700" y="344488"/>
            <a:ext cx="11404600" cy="644297"/>
          </a:xfrm>
        </p:spPr>
        <p:txBody>
          <a:bodyPr xmlns:a="http://schemas.openxmlformats.org/drawingml/2006/main" spcFirstLastPara="1"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3150">
                <a:solidFill>
                  <a:srgbClr val="FFFFFF"/>
                </a:solidFill>
                <a:latin typeface="Yu Gothic"/>
                <a:ea typeface="Yu Gothic"/>
                <a:cs typeface="Yu Gothic"/>
              </a:rPr>
              <a:t>資料のまとまりは「</a:t>
            </a:r>
            <a:r>
              <a:rPr sz="3150">
                <a:solidFill>
                  <a:srgbClr val="FFFFFF"/>
                </a:solidFill>
                <a:latin typeface="Helvetica Neue"/>
                <a:ea typeface="Helvetica Neue"/>
                <a:cs typeface="Helvetica Neue"/>
              </a:rPr>
              <a:t>Bundle</a:t>
            </a:r>
            <a:r>
              <a:rPr sz="3150">
                <a:solidFill>
                  <a:srgbClr val="FFFFFF"/>
                </a:solidFill>
                <a:latin typeface="Yu Gothic"/>
                <a:ea typeface="Yu Gothic"/>
                <a:cs typeface="Yu Gothic"/>
              </a:rPr>
              <a:t>」</a:t>
            </a:r>
          </a:p>
        </p:txBody>
      </p:sp>
      <p:sp>
        <p:nvSpPr>
          <p:cNvPr id="2" name="Rounded Rectangle 1">
            <a:extLst xmlns:a="http://schemas.openxmlformats.org/drawingml/2006/main">
              <a:ext uri="{FF2B5EF4-FFF2-40B4-BE49-F238E27FC236}">
                <a16:creationId xmlns:a16="http://schemas.microsoft.com/office/drawing/2014/main" id="{390FBCE0-CCE2-0D7F-19D7-0DA59E2FBD28}"/>
              </a:ext>
            </a:extLst>
          </p:cNvPr>
          <p:cNvSpPr>
            <a:spLocks xmlns:a="http://schemas.openxmlformats.org/drawingml/2006/main" noGrp="1"/>
          </p:cNvSpPr>
          <p:nvPr/>
        </p:nvSpPr>
        <p:spPr>
          <a:xfrm xmlns:a="http://schemas.openxmlformats.org/drawingml/2006/main">
            <a:off x="397013" y="3339053"/>
            <a:ext cx="5533887" cy="1320801"/>
          </a:xfrm>
          <a:prstGeom xmlns:a="http://schemas.openxmlformats.org/drawingml/2006/main" prst="roundRect">
            <a:avLst>
              <a:gd name="adj" fmla="val 0"/>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31291836-42DE-4BA2-7C66-683137F113DF}"/>
              </a:ext>
            </a:extLst>
          </p:cNvPr>
          <p:cNvSpPr>
            <a:spLocks xmlns:a="http://schemas.openxmlformats.org/drawingml/2006/main" noGrp="1"/>
          </p:cNvSpPr>
          <p:nvPr/>
        </p:nvSpPr>
        <p:spPr>
          <a:xfrm xmlns:a="http://schemas.openxmlformats.org/drawingml/2006/main">
            <a:off x="694248" y="3587937"/>
            <a:ext cx="4986886" cy="877788"/>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325">
                <a:solidFill>
                  <a:srgbClr val="FFFFFF"/>
                </a:solidFill>
                <a:latin typeface="Helvetica Neue"/>
                <a:ea typeface="Helvetica Neue"/>
                <a:cs typeface="Helvetica Neue"/>
              </a:rPr>
              <a:t>Thinktank</a:t>
            </a:r>
            <a:r>
              <a:rPr sz="2325">
                <a:solidFill>
                  <a:srgbClr val="FFFFFF"/>
                </a:solidFill>
                <a:latin typeface="Yu Gothic"/>
                <a:ea typeface="Yu Gothic"/>
                <a:cs typeface="Yu Gothic"/>
              </a:rPr>
              <a:t>の一覧</a:t>
            </a:r>
          </a:p>
          <a:p xmlns:a="http://schemas.openxmlformats.org/drawingml/2006/main">
            <a:pPr marL="0" indent="0">
              <a:lnSpc>
                <a:spcPct val="115000"/>
              </a:lnSpc>
              <a:spcBef>
                <a:spcPts val="0"/>
              </a:spcBef>
              <a:spcAft>
                <a:spcPts val="400"/>
              </a:spcAft>
              <a:buNone/>
            </a:pPr>
            <a:r>
              <a:rPr sz="2325">
                <a:solidFill>
                  <a:srgbClr val="FFFFFF"/>
                </a:solidFill>
                <a:latin typeface="Yu Gothic"/>
                <a:ea typeface="Yu Gothic"/>
                <a:cs typeface="Yu Gothic"/>
              </a:rPr>
              <a:t>すべての記録を見る</a:t>
            </a:r>
          </a:p>
        </p:txBody>
      </p:sp>
      <p:sp>
        <p:nvSpPr>
          <p:cNvPr id="4" name="Content Placeholder 15">
            <a:extLst xmlns:a="http://schemas.openxmlformats.org/drawingml/2006/main">
              <a:ext uri="{FF2B5EF4-FFF2-40B4-BE49-F238E27FC236}">
                <a16:creationId xmlns:a16="http://schemas.microsoft.com/office/drawing/2014/main" id="{3D399E38-72C8-159B-DE08-FC689A75B5E9}"/>
              </a:ext>
            </a:extLst>
          </p:cNvPr>
          <p:cNvSpPr>
            <a:spLocks xmlns:a="http://schemas.openxmlformats.org/drawingml/2006/main" noGrp="1"/>
          </p:cNvSpPr>
          <p:nvPr/>
        </p:nvSpPr>
        <p:spPr>
          <a:xfrm xmlns:a="http://schemas.openxmlformats.org/drawingml/2006/main">
            <a:off x="694248" y="4828582"/>
            <a:ext cx="5236652" cy="977900"/>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875">
                <a:solidFill>
                  <a:srgbClr val="FFFFFF"/>
                </a:solidFill>
                <a:latin typeface="Yu Gothic"/>
                <a:ea typeface="Yu Gothic"/>
                <a:cs typeface="Yu Gothic"/>
              </a:rPr>
              <a:t>別の相談や、以前の資料を探すときに。</a:t>
            </a:r>
          </a:p>
        </p:txBody>
      </p:sp>
      <p:sp>
        <p:nvSpPr>
          <p:cNvPr id="8" name="Rounded Rectangle 7">
            <a:extLst xmlns:a="http://schemas.openxmlformats.org/drawingml/2006/main">
              <a:ext uri="{FF2B5EF4-FFF2-40B4-BE49-F238E27FC236}">
                <a16:creationId xmlns:a16="http://schemas.microsoft.com/office/drawing/2014/main" id="{5E1586E9-BDFD-E84E-20C0-875E339DC80D}"/>
              </a:ext>
            </a:extLst>
          </p:cNvPr>
          <p:cNvSpPr>
            <a:spLocks xmlns:a="http://schemas.openxmlformats.org/drawingml/2006/main" noGrp="1"/>
          </p:cNvSpPr>
          <p:nvPr/>
        </p:nvSpPr>
        <p:spPr>
          <a:xfrm xmlns:a="http://schemas.openxmlformats.org/drawingml/2006/main">
            <a:off x="6260785" y="3339053"/>
            <a:ext cx="5533887" cy="1320801"/>
          </a:xfrm>
          <a:prstGeom xmlns:a="http://schemas.openxmlformats.org/drawingml/2006/main" prst="roundRect">
            <a:avLst>
              <a:gd name="adj" fmla="val 0"/>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Content Placeholder 10">
            <a:extLst xmlns:a="http://schemas.openxmlformats.org/drawingml/2006/main">
              <a:ext uri="{FF2B5EF4-FFF2-40B4-BE49-F238E27FC236}">
                <a16:creationId xmlns:a16="http://schemas.microsoft.com/office/drawing/2014/main" id="{BDE93465-12EE-49A8-048B-A3C97C2DFE3D}"/>
              </a:ext>
            </a:extLst>
          </p:cNvPr>
          <p:cNvSpPr>
            <a:spLocks xmlns:a="http://schemas.openxmlformats.org/drawingml/2006/main" noGrp="1"/>
          </p:cNvSpPr>
          <p:nvPr/>
        </p:nvSpPr>
        <p:spPr>
          <a:xfrm xmlns:a="http://schemas.openxmlformats.org/drawingml/2006/main">
            <a:off x="6558020" y="3587937"/>
            <a:ext cx="4986886" cy="877788"/>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325">
                <a:solidFill>
                  <a:srgbClr val="FFFFFF"/>
                </a:solidFill>
                <a:latin typeface="Helvetica Neue"/>
                <a:ea typeface="Helvetica Neue"/>
                <a:cs typeface="Helvetica Neue"/>
              </a:rPr>
              <a:t>Overview</a:t>
            </a:r>
            <a:r>
              <a:rPr sz="2325">
                <a:solidFill>
                  <a:srgbClr val="FFFFFF"/>
                </a:solidFill>
                <a:latin typeface="Yu Gothic"/>
                <a:ea typeface="Yu Gothic"/>
                <a:cs typeface="Yu Gothic"/>
              </a:rPr>
              <a:t>の一覧</a:t>
            </a:r>
          </a:p>
          <a:p xmlns:a="http://schemas.openxmlformats.org/drawingml/2006/main">
            <a:pPr marL="0" indent="0">
              <a:lnSpc>
                <a:spcPct val="115000"/>
              </a:lnSpc>
              <a:spcBef>
                <a:spcPts val="0"/>
              </a:spcBef>
              <a:spcAft>
                <a:spcPts val="400"/>
              </a:spcAft>
              <a:buNone/>
            </a:pPr>
            <a:r>
              <a:rPr sz="2325">
                <a:solidFill>
                  <a:srgbClr val="FFFFFF"/>
                </a:solidFill>
                <a:latin typeface="Yu Gothic"/>
                <a:ea typeface="Yu Gothic"/>
                <a:cs typeface="Yu Gothic"/>
              </a:rPr>
              <a:t>この</a:t>
            </a:r>
            <a:r>
              <a:rPr sz="2325">
                <a:solidFill>
                  <a:srgbClr val="FFFFFF"/>
                </a:solidFill>
                <a:latin typeface="Helvetica Neue"/>
                <a:ea typeface="Helvetica Neue"/>
                <a:cs typeface="Helvetica Neue"/>
              </a:rPr>
              <a:t>Bundle</a:t>
            </a:r>
            <a:r>
              <a:rPr sz="2325">
                <a:solidFill>
                  <a:srgbClr val="FFFFFF"/>
                </a:solidFill>
                <a:latin typeface="Yu Gothic"/>
                <a:ea typeface="Yu Gothic"/>
                <a:cs typeface="Yu Gothic"/>
              </a:rPr>
              <a:t>の資料を見る</a:t>
            </a:r>
          </a:p>
        </p:txBody>
      </p:sp>
      <p:sp>
        <p:nvSpPr>
          <p:cNvPr id="13" name="Content Placeholder 15">
            <a:extLst xmlns:a="http://schemas.openxmlformats.org/drawingml/2006/main">
              <a:ext uri="{FF2B5EF4-FFF2-40B4-BE49-F238E27FC236}">
                <a16:creationId xmlns:a16="http://schemas.microsoft.com/office/drawing/2014/main" id="{0F1EA821-AA26-C1FC-F948-D100ABDE2920}"/>
              </a:ext>
            </a:extLst>
          </p:cNvPr>
          <p:cNvSpPr>
            <a:spLocks xmlns:a="http://schemas.openxmlformats.org/drawingml/2006/main" noGrp="1"/>
          </p:cNvSpPr>
          <p:nvPr/>
        </p:nvSpPr>
        <p:spPr>
          <a:xfrm xmlns:a="http://schemas.openxmlformats.org/drawingml/2006/main">
            <a:off x="6558020" y="4828582"/>
            <a:ext cx="5236652" cy="977900"/>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800">
                <a:solidFill>
                  <a:srgbClr val="FFFFFF"/>
                </a:solidFill>
                <a:latin typeface="Yu Gothic"/>
                <a:ea typeface="Yu Gothic"/>
                <a:cs typeface="Yu Gothic"/>
              </a:rPr>
              <a:t>「この相談を続ける」で相談へ戻れます。</a:t>
            </a:r>
          </a:p>
        </p:txBody>
      </p:sp>
      <p:sp>
        <p:nvSpPr>
          <p:cNvPr id="14" name="Content Placeholder 15">
            <a:extLst xmlns:a="http://schemas.openxmlformats.org/drawingml/2006/main">
              <a:ext uri="{FF2B5EF4-FFF2-40B4-BE49-F238E27FC236}">
                <a16:creationId xmlns:a16="http://schemas.microsoft.com/office/drawing/2014/main" id="{53566714-9098-3B48-6D62-954DC695F743}"/>
              </a:ext>
            </a:extLst>
          </p:cNvPr>
          <p:cNvSpPr>
            <a:spLocks xmlns:a="http://schemas.openxmlformats.org/drawingml/2006/main" noGrp="1"/>
          </p:cNvSpPr>
          <p:nvPr/>
        </p:nvSpPr>
        <p:spPr>
          <a:xfrm xmlns:a="http://schemas.openxmlformats.org/drawingml/2006/main">
            <a:off x="400939" y="1157513"/>
            <a:ext cx="11404599" cy="1629229"/>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100">
                <a:solidFill>
                  <a:srgbClr val="FFFFFF"/>
                </a:solidFill>
                <a:latin typeface="Helvetica Neue"/>
                <a:ea typeface="Helvetica Neue"/>
                <a:cs typeface="Helvetica Neue"/>
              </a:rPr>
              <a:t>Bundle</a:t>
            </a:r>
            <a:r>
              <a:rPr sz="2100">
                <a:solidFill>
                  <a:srgbClr val="FFFFFF"/>
                </a:solidFill>
                <a:latin typeface="Yu Gothic"/>
                <a:ea typeface="Yu Gothic"/>
                <a:cs typeface="Yu Gothic"/>
              </a:rPr>
              <a:t>（バンドル）は、相談と資料をまとめたものです。</a:t>
            </a:r>
          </a:p>
          <a:p xmlns:a="http://schemas.openxmlformats.org/drawingml/2006/main">
            <a:pPr marL="0" indent="0">
              <a:lnSpc>
                <a:spcPct val="115000"/>
              </a:lnSpc>
              <a:spcBef>
                <a:spcPts val="0"/>
              </a:spcBef>
              <a:spcAft>
                <a:spcPts val="400"/>
              </a:spcAft>
              <a:buNone/>
            </a:pPr>
            <a:r>
              <a:rPr sz="2100">
                <a:solidFill>
                  <a:srgbClr val="FFFFFF"/>
                </a:solidFill>
                <a:latin typeface="Helvetica Neue"/>
                <a:ea typeface="Helvetica Neue"/>
                <a:cs typeface="Helvetica Neue"/>
              </a:rPr>
              <a:t>Overview</a:t>
            </a:r>
            <a:r>
              <a:rPr sz="2100">
                <a:solidFill>
                  <a:srgbClr val="FFFFFF"/>
                </a:solidFill>
                <a:latin typeface="Yu Gothic"/>
                <a:ea typeface="Yu Gothic"/>
                <a:cs typeface="Yu Gothic"/>
              </a:rPr>
              <a:t>の「</a:t>
            </a:r>
            <a:r>
              <a:rPr sz="2100">
                <a:solidFill>
                  <a:srgbClr val="FFFFFF"/>
                </a:solidFill>
                <a:latin typeface="Helvetica Neue"/>
                <a:ea typeface="Helvetica Neue"/>
                <a:cs typeface="Helvetica Neue"/>
              </a:rPr>
              <a:t>Bundle</a:t>
            </a:r>
            <a:r>
              <a:rPr sz="2100">
                <a:solidFill>
                  <a:srgbClr val="FFFFFF"/>
                </a:solidFill>
                <a:latin typeface="Yu Gothic"/>
                <a:ea typeface="Yu Gothic"/>
                <a:cs typeface="Yu Gothic"/>
              </a:rPr>
              <a:t>分析／この課題の状況」で全体を確認できます。</a:t>
            </a:r>
          </a:p>
        </p:txBody>
      </p:sp>
    </p:spTree>
    <p:extLst>
      <p:ext uri="{BB962C8B-B14F-4D97-AF65-F5344CB8AC3E}">
        <p14:creationId xmlns:p14="http://schemas.microsoft.com/office/powerpoint/2010/main" val="346245865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200">
                <a:solidFill>
                  <a:srgbClr val="FFFFFF"/>
                </a:solidFill>
                <a:latin typeface="Helvetica Neue"/>
                <a:ea typeface="Helvetica Neue"/>
                <a:cs typeface="Helvetica Neue"/>
              </a:rPr>
              <a:t>11</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3150">
                <a:solidFill>
                  <a:srgbClr val="FFFFFF"/>
                </a:solidFill>
                <a:latin typeface="Yu Gothic"/>
                <a:ea typeface="Yu Gothic"/>
                <a:cs typeface="Yu Gothic"/>
              </a:rPr>
              <a:t>実際にできたことを、</a:t>
            </a:r>
            <a:r>
              <a:rPr sz="3150">
                <a:solidFill>
                  <a:srgbClr val="FFFFFF"/>
                </a:solidFill>
                <a:latin typeface="Helvetica Neue"/>
                <a:ea typeface="Helvetica Neue"/>
                <a:cs typeface="Helvetica Neue"/>
              </a:rPr>
              <a:t>AI</a:t>
            </a:r>
            <a:r>
              <a:rPr sz="3150">
                <a:solidFill>
                  <a:srgbClr val="FFFFFF"/>
                </a:solidFill>
                <a:latin typeface="Yu Gothic"/>
                <a:ea typeface="Yu Gothic"/>
                <a:cs typeface="Yu Gothic"/>
              </a:rPr>
              <a:t>に伝える</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400">
                <a:solidFill>
                  <a:srgbClr val="FFFFFF"/>
                </a:solidFill>
                <a:latin typeface="Yu Gothic"/>
                <a:ea typeface="Yu Gothic"/>
                <a:cs typeface="Yu Gothic"/>
              </a:rPr>
              <a:t>相談で決めたこと</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400">
                <a:solidFill>
                  <a:srgbClr val="FFFFFF"/>
                </a:solidFill>
                <a:latin typeface="Yu Gothic"/>
                <a:ea typeface="Yu Gothic"/>
                <a:cs typeface="Yu Gothic"/>
              </a:rPr>
              <a:t>「会場は</a:t>
            </a:r>
            <a:r>
              <a:rPr sz="2400">
                <a:solidFill>
                  <a:srgbClr val="FFFFFF"/>
                </a:solidFill>
                <a:latin typeface="Helvetica Neue"/>
                <a:ea typeface="Helvetica Neue"/>
                <a:cs typeface="Helvetica Neue"/>
              </a:rPr>
              <a:t>A</a:t>
            </a:r>
            <a:r>
              <a:rPr sz="2400">
                <a:solidFill>
                  <a:srgbClr val="FFFFFF"/>
                </a:solidFill>
                <a:latin typeface="Yu Gothic"/>
                <a:ea typeface="Yu Gothic"/>
                <a:cs typeface="Yu Gothic"/>
              </a:rPr>
              <a:t>にしよう」</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400">
                <a:solidFill>
                  <a:srgbClr val="FFFFFF"/>
                </a:solidFill>
                <a:latin typeface="Yu Gothic"/>
                <a:ea typeface="Yu Gothic"/>
                <a:cs typeface="Yu Gothic"/>
              </a:rPr>
              <a:t>この段階では、</a:t>
            </a:r>
          </a:p>
          <a:p xmlns:a="http://schemas.openxmlformats.org/drawingml/2006/main">
            <a:pPr marL="0" indent="0">
              <a:lnSpc>
                <a:spcPct val="115000"/>
              </a:lnSpc>
              <a:spcBef>
                <a:spcPts val="0"/>
              </a:spcBef>
              <a:spcAft>
                <a:spcPts val="400"/>
              </a:spcAft>
              <a:buNone/>
            </a:pPr>
            <a:r>
              <a:rPr sz="2400">
                <a:solidFill>
                  <a:srgbClr val="FFFFFF"/>
                </a:solidFill>
                <a:latin typeface="Yu Gothic"/>
                <a:ea typeface="Yu Gothic"/>
                <a:cs typeface="Yu Gothic"/>
              </a:rPr>
              <a:t>まだ予約は済んでいません。</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250">
                <a:solidFill>
                  <a:srgbClr val="FFFFFF"/>
                </a:solidFill>
                <a:latin typeface="Yu Gothic"/>
                <a:ea typeface="Yu Gothic"/>
                <a:cs typeface="Yu Gothic"/>
              </a:rPr>
              <a:t>実際の結果を伝える</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250">
                <a:solidFill>
                  <a:srgbClr val="FFFFFF"/>
                </a:solidFill>
                <a:latin typeface="Yu Gothic"/>
                <a:ea typeface="Yu Gothic"/>
                <a:cs typeface="Yu Gothic"/>
              </a:rPr>
              <a:t>「会場の予約ができました。</a:t>
            </a:r>
          </a:p>
          <a:p xmlns:a="http://schemas.openxmlformats.org/drawingml/2006/main">
            <a:pPr marL="0" indent="0">
              <a:lnSpc>
                <a:spcPct val="115000"/>
              </a:lnSpc>
              <a:spcBef>
                <a:spcPts val="0"/>
              </a:spcBef>
              <a:spcAft>
                <a:spcPts val="400"/>
              </a:spcAft>
              <a:buNone/>
            </a:pPr>
            <a:r>
              <a:rPr sz="2250">
                <a:solidFill>
                  <a:srgbClr val="FFFFFF"/>
                </a:solidFill>
                <a:latin typeface="Yu Gothic"/>
                <a:ea typeface="Yu Gothic"/>
                <a:cs typeface="Yu Gothic"/>
              </a:rPr>
              <a:t>案内状はまだです。」</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250">
                <a:solidFill>
                  <a:srgbClr val="FFFFFF"/>
                </a:solidFill>
                <a:latin typeface="Helvetica Neue"/>
                <a:ea typeface="Helvetica Neue"/>
                <a:cs typeface="Helvetica Neue"/>
              </a:rPr>
              <a:t>AI</a:t>
            </a:r>
            <a:r>
              <a:rPr sz="2250">
                <a:solidFill>
                  <a:srgbClr val="FFFFFF"/>
                </a:solidFill>
                <a:latin typeface="Yu Gothic"/>
                <a:ea typeface="Yu Gothic"/>
                <a:cs typeface="Yu Gothic"/>
              </a:rPr>
              <a:t>が状況を整理し、</a:t>
            </a:r>
          </a:p>
          <a:p xmlns:a="http://schemas.openxmlformats.org/drawingml/2006/main">
            <a:pPr marL="0" indent="0">
              <a:lnSpc>
                <a:spcPct val="115000"/>
              </a:lnSpc>
              <a:spcBef>
                <a:spcPts val="0"/>
              </a:spcBef>
              <a:spcAft>
                <a:spcPts val="400"/>
              </a:spcAft>
              <a:buNone/>
            </a:pPr>
            <a:r>
              <a:rPr sz="2250">
                <a:solidFill>
                  <a:srgbClr val="FFFFFF"/>
                </a:solidFill>
                <a:latin typeface="Yu Gothic"/>
                <a:ea typeface="Yu Gothic"/>
                <a:cs typeface="Yu Gothic"/>
              </a:rPr>
              <a:t>次の一歩を一緒に考えます。</a:t>
            </a:r>
          </a:p>
        </p:txBody>
      </p:sp>
    </p:spTree>
    <p:extLst>
      <p:ext uri="{BB962C8B-B14F-4D97-AF65-F5344CB8AC3E}">
        <p14:creationId xmlns:p14="http://schemas.microsoft.com/office/powerpoint/2010/main" val="36671821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0AD2B367-4B64-657F-20CC-D17632C47D9A}"/>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7F3FA98E-8546-AC84-6BD4-8DF0BEBBB87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200">
                <a:solidFill>
                  <a:srgbClr val="FFFFFF"/>
                </a:solidFill>
                <a:latin typeface="Helvetica Neue"/>
                <a:ea typeface="Helvetica Neue"/>
                <a:cs typeface="Helvetica Neue"/>
              </a:rPr>
              <a:t>12</a:t>
            </a:r>
          </a:p>
        </p:txBody>
      </p:sp>
      <p:sp>
        <p:nvSpPr>
          <p:cNvPr id="11" name="Title 10">
            <a:extLst xmlns:a="http://schemas.openxmlformats.org/drawingml/2006/main">
              <a:ext uri="{FF2B5EF4-FFF2-40B4-BE49-F238E27FC236}">
                <a16:creationId xmlns:a16="http://schemas.microsoft.com/office/drawing/2014/main" id="{D802DC3F-F6C4-90E8-847D-BA0C2E4445D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3150">
                <a:solidFill>
                  <a:srgbClr val="FFFFFF"/>
                </a:solidFill>
                <a:latin typeface="Yu Gothic"/>
                <a:ea typeface="Yu Gothic"/>
                <a:cs typeface="Yu Gothic"/>
              </a:rPr>
              <a:t>今日はここまで、と思ったら</a:t>
            </a:r>
          </a:p>
        </p:txBody>
      </p:sp>
      <p:cxnSp>
        <p:nvCxnSpPr>
          <p:cNvPr id="29" name="Google Shape;2259;p159"/>
          <p:cNvCxnSpPr>
            <a:stCxn xmlns:a="http://schemas.openxmlformats.org/drawingml/2006/main" id="3" idx="2"/>
          </p:cNvCxnSpPr>
          <p:nvPr/>
        </p:nvCxnSpPr>
        <p:spPr>
          <a:xfrm xmlns:a="http://schemas.openxmlformats.org/drawingml/2006/main">
            <a:off x="337718" y="5341621"/>
            <a:ext cx="11460482" cy="300"/>
          </a:xfrm>
          <a:prstGeom xmlns:a="http://schemas.openxmlformats.org/drawingml/2006/main" prst="straightConnector1">
            <a:avLst/>
          </a:prstGeom>
          <a:ln xmlns:a="http://schemas.openxmlformats.org/drawingml/2006/main" w="9525" cap="flat">
            <a:solidFill>
              <a:schemeClr val="tx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96976673-0764-B027-B369-C8C94D395088}"/>
              </a:ext>
            </a:extLst>
          </p:cNvPr>
          <p:cNvSpPr>
            <a:spLocks xmlns:a="http://schemas.openxmlformats.org/drawingml/2006/main" noGrp="1"/>
          </p:cNvSpPr>
          <p:nvPr/>
        </p:nvSpPr>
        <p:spPr>
          <a:xfrm xmlns:a="http://schemas.openxmlformats.org/drawingml/2006/main">
            <a:off x="337718" y="5288071"/>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80D9DF3C-FD01-7A5C-C521-9B86480D4057}"/>
              </a:ext>
            </a:extLst>
          </p:cNvPr>
          <p:cNvSpPr>
            <a:spLocks xmlns:a="http://schemas.openxmlformats.org/drawingml/2006/main" noGrp="1"/>
          </p:cNvSpPr>
          <p:nvPr/>
        </p:nvSpPr>
        <p:spPr>
          <a:xfrm xmlns:a="http://schemas.openxmlformats.org/drawingml/2006/main">
            <a:off x="4251750" y="5288071"/>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37DF6577-8813-93FC-E0AA-22F96D3445FC}"/>
              </a:ext>
            </a:extLst>
          </p:cNvPr>
          <p:cNvSpPr>
            <a:spLocks xmlns:a="http://schemas.openxmlformats.org/drawingml/2006/main" noGrp="1"/>
          </p:cNvSpPr>
          <p:nvPr/>
        </p:nvSpPr>
        <p:spPr>
          <a:xfrm xmlns:a="http://schemas.openxmlformats.org/drawingml/2006/main">
            <a:off x="8176050" y="5288071"/>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20" name="Rounded Rectangle 19">
            <a:extLst xmlns:a="http://schemas.openxmlformats.org/drawingml/2006/main">
              <a:ext uri="{FF2B5EF4-FFF2-40B4-BE49-F238E27FC236}">
                <a16:creationId xmlns:a16="http://schemas.microsoft.com/office/drawing/2014/main" id="{18323F9C-3DB1-9BB3-9462-18B6435C1038}"/>
              </a:ext>
            </a:extLst>
          </p:cNvPr>
          <p:cNvSpPr>
            <a:spLocks xmlns:a="http://schemas.openxmlformats.org/drawingml/2006/main" noGrp="1"/>
          </p:cNvSpPr>
          <p:nvPr/>
        </p:nvSpPr>
        <p:spPr>
          <a:xfrm xmlns:a="http://schemas.openxmlformats.org/drawingml/2006/main">
            <a:off x="393700" y="1401762"/>
            <a:ext cx="3568700" cy="36195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Content Placeholder 8">
            <a:extLst xmlns:a="http://schemas.openxmlformats.org/drawingml/2006/main">
              <a:ext uri="{FF2B5EF4-FFF2-40B4-BE49-F238E27FC236}">
                <a16:creationId xmlns:a16="http://schemas.microsoft.com/office/drawing/2014/main" id="{052F45FF-C9C5-2664-7FF7-CFEC29737802}"/>
              </a:ext>
            </a:extLst>
          </p:cNvPr>
          <p:cNvSpPr>
            <a:spLocks xmlns:a="http://schemas.openxmlformats.org/drawingml/2006/main" noGrp="1"/>
          </p:cNvSpPr>
          <p:nvPr/>
        </p:nvSpPr>
        <p:spPr>
          <a:xfrm xmlns:a="http://schemas.openxmlformats.org/drawingml/2006/main">
            <a:off x="703381" y="1806797"/>
            <a:ext cx="2949339" cy="2566766"/>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区切りを伝える</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「今日はここまで。</a:t>
            </a: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決まったことと、</a:t>
            </a: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次に再開するところを</a:t>
            </a: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残してください。」</a:t>
            </a:r>
          </a:p>
        </p:txBody>
      </p:sp>
      <p:sp>
        <p:nvSpPr>
          <p:cNvPr id="22" name="Rounded Rectangle 21">
            <a:extLst xmlns:a="http://schemas.openxmlformats.org/drawingml/2006/main">
              <a:ext uri="{FF2B5EF4-FFF2-40B4-BE49-F238E27FC236}">
                <a16:creationId xmlns:a16="http://schemas.microsoft.com/office/drawing/2014/main" id="{C3E867C1-C7DA-85C7-C8DC-55F132F2923B}"/>
              </a:ext>
            </a:extLst>
          </p:cNvPr>
          <p:cNvSpPr>
            <a:spLocks xmlns:a="http://schemas.openxmlformats.org/drawingml/2006/main" noGrp="1"/>
          </p:cNvSpPr>
          <p:nvPr/>
        </p:nvSpPr>
        <p:spPr>
          <a:xfrm xmlns:a="http://schemas.openxmlformats.org/drawingml/2006/main">
            <a:off x="4308475" y="1401762"/>
            <a:ext cx="3568700" cy="36195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Content Placeholder 8">
            <a:extLst xmlns:a="http://schemas.openxmlformats.org/drawingml/2006/main">
              <a:ext uri="{FF2B5EF4-FFF2-40B4-BE49-F238E27FC236}">
                <a16:creationId xmlns:a16="http://schemas.microsoft.com/office/drawing/2014/main" id="{5C40FE43-DE8E-7C68-A6D4-F8D8AECE747F}"/>
              </a:ext>
            </a:extLst>
          </p:cNvPr>
          <p:cNvSpPr>
            <a:spLocks xmlns:a="http://schemas.openxmlformats.org/drawingml/2006/main" noGrp="1"/>
          </p:cNvSpPr>
          <p:nvPr/>
        </p:nvSpPr>
        <p:spPr>
          <a:xfrm xmlns:a="http://schemas.openxmlformats.org/drawingml/2006/main">
            <a:off x="4618156" y="1806797"/>
            <a:ext cx="2949339" cy="2566766"/>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まとめを読む</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決まったことと</a:t>
            </a: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次の一歩を確認。</a:t>
            </a: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違っていたら、</a:t>
            </a: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訂正を伝えます。</a:t>
            </a:r>
          </a:p>
        </p:txBody>
      </p:sp>
      <p:sp>
        <p:nvSpPr>
          <p:cNvPr id="24" name="Rounded Rectangle 23">
            <a:extLst xmlns:a="http://schemas.openxmlformats.org/drawingml/2006/main">
              <a:ext uri="{FF2B5EF4-FFF2-40B4-BE49-F238E27FC236}">
                <a16:creationId xmlns:a16="http://schemas.microsoft.com/office/drawing/2014/main" id="{EA9CAD1D-ACB2-1454-6255-0DA0ECB85F88}"/>
              </a:ext>
            </a:extLst>
          </p:cNvPr>
          <p:cNvSpPr>
            <a:spLocks xmlns:a="http://schemas.openxmlformats.org/drawingml/2006/main" noGrp="1"/>
          </p:cNvSpPr>
          <p:nvPr/>
        </p:nvSpPr>
        <p:spPr>
          <a:xfrm xmlns:a="http://schemas.openxmlformats.org/drawingml/2006/main">
            <a:off x="8237538" y="1401762"/>
            <a:ext cx="3568700" cy="36195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Content Placeholder 8">
            <a:extLst xmlns:a="http://schemas.openxmlformats.org/drawingml/2006/main">
              <a:ext uri="{FF2B5EF4-FFF2-40B4-BE49-F238E27FC236}">
                <a16:creationId xmlns:a16="http://schemas.microsoft.com/office/drawing/2014/main" id="{AECA4705-7C1E-A1DB-1156-729DDE0C588F}"/>
              </a:ext>
            </a:extLst>
          </p:cNvPr>
          <p:cNvSpPr>
            <a:spLocks xmlns:a="http://schemas.openxmlformats.org/drawingml/2006/main" noGrp="1"/>
          </p:cNvSpPr>
          <p:nvPr/>
        </p:nvSpPr>
        <p:spPr>
          <a:xfrm xmlns:a="http://schemas.openxmlformats.org/drawingml/2006/main">
            <a:off x="8547219" y="1806797"/>
            <a:ext cx="2949339" cy="2566766"/>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保存を確かめる</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「相談を保存しました」</a:t>
            </a: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の表示を確認して</a:t>
            </a: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終えます。</a:t>
            </a:r>
          </a:p>
        </p:txBody>
      </p:sp>
      <p:sp>
        <p:nvSpPr>
          <p:cNvPr id="8" name="Text Placeholder 16">
            <a:extLst xmlns:a="http://schemas.openxmlformats.org/drawingml/2006/main">
              <a:ext uri="{FF2B5EF4-FFF2-40B4-BE49-F238E27FC236}">
                <a16:creationId xmlns:a16="http://schemas.microsoft.com/office/drawing/2014/main" id="{013F05BF-0D59-AD7B-B623-A2626D8E3303}"/>
              </a:ext>
            </a:extLst>
          </p:cNvPr>
          <p:cNvSpPr>
            <a:spLocks xmlns:a="http://schemas.openxmlformats.org/drawingml/2006/main" noGrp="1"/>
          </p:cNvSpPr>
          <p:nvPr/>
        </p:nvSpPr>
        <p:spPr>
          <a:xfrm xmlns:a="http://schemas.openxmlformats.org/drawingml/2006/main">
            <a:off x="4251750" y="5602406"/>
            <a:ext cx="2595934" cy="391993"/>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２　確認する</a:t>
            </a:r>
          </a:p>
        </p:txBody>
      </p:sp>
      <p:sp>
        <p:nvSpPr>
          <p:cNvPr id="12" name="Text Placeholder 16">
            <a:extLst xmlns:a="http://schemas.openxmlformats.org/drawingml/2006/main">
              <a:ext uri="{FF2B5EF4-FFF2-40B4-BE49-F238E27FC236}">
                <a16:creationId xmlns:a16="http://schemas.microsoft.com/office/drawing/2014/main" id="{BD278DD6-3486-8F28-C119-6A1866BD8D2F}"/>
              </a:ext>
            </a:extLst>
          </p:cNvPr>
          <p:cNvSpPr>
            <a:spLocks xmlns:a="http://schemas.openxmlformats.org/drawingml/2006/main" noGrp="1"/>
          </p:cNvSpPr>
          <p:nvPr/>
        </p:nvSpPr>
        <p:spPr>
          <a:xfrm xmlns:a="http://schemas.openxmlformats.org/drawingml/2006/main">
            <a:off x="390950" y="5602406"/>
            <a:ext cx="2595934" cy="391993"/>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１　伝える</a:t>
            </a:r>
          </a:p>
        </p:txBody>
      </p:sp>
      <p:sp>
        <p:nvSpPr>
          <p:cNvPr id="13" name="Text Placeholder 16">
            <a:extLst xmlns:a="http://schemas.openxmlformats.org/drawingml/2006/main">
              <a:ext uri="{FF2B5EF4-FFF2-40B4-BE49-F238E27FC236}">
                <a16:creationId xmlns:a16="http://schemas.microsoft.com/office/drawing/2014/main" id="{DAB1D750-F0E1-A3C4-989E-260B04C4A85B}"/>
              </a:ext>
            </a:extLst>
          </p:cNvPr>
          <p:cNvSpPr>
            <a:spLocks xmlns:a="http://schemas.openxmlformats.org/drawingml/2006/main" noGrp="1"/>
          </p:cNvSpPr>
          <p:nvPr/>
        </p:nvSpPr>
        <p:spPr>
          <a:xfrm xmlns:a="http://schemas.openxmlformats.org/drawingml/2006/main">
            <a:off x="8225439" y="5602406"/>
            <a:ext cx="2595934" cy="391993"/>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３　保存を見る</a:t>
            </a:r>
          </a:p>
        </p:txBody>
      </p:sp>
    </p:spTree>
    <p:extLst>
      <p:ext uri="{BB962C8B-B14F-4D97-AF65-F5344CB8AC3E}">
        <p14:creationId xmlns:p14="http://schemas.microsoft.com/office/powerpoint/2010/main" val="167841331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200">
                <a:solidFill>
                  <a:srgbClr val="FFFFFF"/>
                </a:solidFill>
                <a:latin typeface="Helvetica Neue"/>
                <a:ea typeface="Helvetica Neue"/>
                <a:cs typeface="Helvetica Neue"/>
              </a:rPr>
              <a:t>13</a:t>
            </a: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3150">
                <a:solidFill>
                  <a:srgbClr val="FFFFFF"/>
                </a:solidFill>
                <a:latin typeface="Yu Gothic"/>
                <a:ea typeface="Yu Gothic"/>
                <a:cs typeface="Yu Gothic"/>
              </a:rPr>
              <a:t>困ったときは、この言葉を探してください</a:t>
            </a: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前の相談が見つからない</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025">
                <a:solidFill>
                  <a:srgbClr val="FFFFFF"/>
                </a:solidFill>
                <a:latin typeface="Helvetica Neue"/>
                <a:ea typeface="Helvetica Neue"/>
                <a:cs typeface="Helvetica Neue"/>
              </a:rPr>
              <a:t>AI</a:t>
            </a:r>
            <a:r>
              <a:rPr sz="2025">
                <a:solidFill>
                  <a:srgbClr val="FFFFFF"/>
                </a:solidFill>
                <a:latin typeface="Yu Gothic"/>
                <a:ea typeface="Yu Gothic"/>
                <a:cs typeface="Yu Gothic"/>
              </a:rPr>
              <a:t>に「交流会の相談を探して」。</a:t>
            </a: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「見つかった相談」から選びます。</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読み込み・保存に失敗した</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「読み込みを再試行」または</a:t>
            </a: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「保存を再試行」を押します。</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025">
                <a:solidFill>
                  <a:srgbClr val="FFFFFF"/>
                </a:solidFill>
                <a:latin typeface="Helvetica Neue"/>
                <a:ea typeface="Helvetica Neue"/>
                <a:cs typeface="Helvetica Neue"/>
              </a:rPr>
              <a:t>AI</a:t>
            </a:r>
            <a:r>
              <a:rPr sz="2025">
                <a:solidFill>
                  <a:srgbClr val="FFFFFF"/>
                </a:solidFill>
                <a:latin typeface="Yu Gothic"/>
                <a:ea typeface="Yu Gothic"/>
                <a:cs typeface="Yu Gothic"/>
              </a:rPr>
              <a:t>の整理を戻したい</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「直前の管理変更を戻す」。</a:t>
            </a: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会話や作成物は消えません。</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保存できないままのとき</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必要な文章をコピーして保管し、</a:t>
            </a:r>
          </a:p>
          <a:p xmlns:a="http://schemas.openxmlformats.org/drawingml/2006/main">
            <a:pPr marL="0" indent="0">
              <a:lnSpc>
                <a:spcPct val="115000"/>
              </a:lnSpc>
              <a:spcBef>
                <a:spcPts val="0"/>
              </a:spcBef>
              <a:spcAft>
                <a:spcPts val="400"/>
              </a:spcAft>
              <a:buNone/>
            </a:pPr>
            <a:r>
              <a:rPr sz="2025">
                <a:solidFill>
                  <a:srgbClr val="FFFFFF"/>
                </a:solidFill>
                <a:latin typeface="Yu Gothic"/>
                <a:ea typeface="Yu Gothic"/>
                <a:cs typeface="Yu Gothic"/>
              </a:rPr>
              <a:t>保存できた表示を確認します。</a:t>
            </a:r>
          </a:p>
        </p:txBody>
      </p:sp>
    </p:spTree>
    <p:extLst>
      <p:ext uri="{BB962C8B-B14F-4D97-AF65-F5344CB8AC3E}">
        <p14:creationId xmlns:p14="http://schemas.microsoft.com/office/powerpoint/2010/main" val="36014548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02BAAA24-F157-F288-22D7-97AEA157EFE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52A30403-4B2D-2E15-7A2F-51A6DF6BE5D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200">
                <a:solidFill>
                  <a:srgbClr val="FFFFFF"/>
                </a:solidFill>
                <a:latin typeface="Helvetica Neue"/>
                <a:ea typeface="Helvetica Neue"/>
                <a:cs typeface="Helvetica Neue"/>
              </a:rPr>
              <a:t>14</a:t>
            </a:r>
          </a:p>
        </p:txBody>
      </p:sp>
      <p:sp>
        <p:nvSpPr>
          <p:cNvPr id="533" name="Google Shape;533;p58">
            <a:extLst xmlns:a="http://schemas.openxmlformats.org/drawingml/2006/main">
              <a:ext uri="{FF2B5EF4-FFF2-40B4-BE49-F238E27FC236}">
                <a16:creationId xmlns:a16="http://schemas.microsoft.com/office/drawing/2014/main" id="{0A2BB6CD-1085-4638-68F3-7000FD29EA07}"/>
              </a:ext>
            </a:extLst>
          </p:cNvPr>
          <p:cNvSpPr>
            <a:spLocks xmlns:a="http://schemas.openxmlformats.org/drawingml/2006/main" noGrp="1"/>
          </p:cNvSpPr>
          <p:nvPr>
            <p:ph type="title" idx="0"/>
          </p:nvPr>
        </p:nvSpPr>
        <p:spPr>
          <a:xfrm xmlns:a="http://schemas.openxmlformats.org/drawingml/2006/main">
            <a:off x="393700" y="344488"/>
            <a:ext cx="11404600" cy="644297"/>
          </a:xfrm>
        </p:spPr>
        <p:txBody>
          <a:bodyPr xmlns:a="http://schemas.openxmlformats.org/drawingml/2006/main" spcFirstLastPara="1"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3150">
                <a:solidFill>
                  <a:srgbClr val="FFFFFF"/>
                </a:solidFill>
                <a:latin typeface="Yu Gothic"/>
                <a:ea typeface="Yu Gothic"/>
                <a:cs typeface="Yu Gothic"/>
              </a:rPr>
              <a:t>慣れてきたら：個別の作業を相談する</a:t>
            </a:r>
          </a:p>
        </p:txBody>
      </p:sp>
      <p:sp>
        <p:nvSpPr>
          <p:cNvPr id="2" name="Rounded Rectangle 1">
            <a:extLst xmlns:a="http://schemas.openxmlformats.org/drawingml/2006/main">
              <a:ext uri="{FF2B5EF4-FFF2-40B4-BE49-F238E27FC236}">
                <a16:creationId xmlns:a16="http://schemas.microsoft.com/office/drawing/2014/main" id="{390FBCE0-CCE2-0D7F-19D7-0DA59E2FBD28}"/>
              </a:ext>
            </a:extLst>
          </p:cNvPr>
          <p:cNvSpPr>
            <a:spLocks xmlns:a="http://schemas.openxmlformats.org/drawingml/2006/main" noGrp="1"/>
          </p:cNvSpPr>
          <p:nvPr/>
        </p:nvSpPr>
        <p:spPr>
          <a:xfrm xmlns:a="http://schemas.openxmlformats.org/drawingml/2006/main">
            <a:off x="397013" y="3339053"/>
            <a:ext cx="5533887" cy="1320801"/>
          </a:xfrm>
          <a:prstGeom xmlns:a="http://schemas.openxmlformats.org/drawingml/2006/main" prst="roundRect">
            <a:avLst>
              <a:gd name="adj" fmla="val 0"/>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31291836-42DE-4BA2-7C66-683137F113DF}"/>
              </a:ext>
            </a:extLst>
          </p:cNvPr>
          <p:cNvSpPr>
            <a:spLocks xmlns:a="http://schemas.openxmlformats.org/drawingml/2006/main" noGrp="1"/>
          </p:cNvSpPr>
          <p:nvPr/>
        </p:nvSpPr>
        <p:spPr>
          <a:xfrm xmlns:a="http://schemas.openxmlformats.org/drawingml/2006/main">
            <a:off x="694248" y="3587937"/>
            <a:ext cx="4986886" cy="877788"/>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400">
                <a:solidFill>
                  <a:srgbClr val="FFFFFF"/>
                </a:solidFill>
                <a:latin typeface="Helvetica Neue"/>
                <a:ea typeface="Helvetica Neue"/>
                <a:cs typeface="Helvetica Neue"/>
              </a:rPr>
              <a:t>AIChat</a:t>
            </a:r>
            <a:r>
              <a:rPr sz="2400">
                <a:solidFill>
                  <a:srgbClr val="FFFFFF"/>
                </a:solidFill>
                <a:latin typeface="Yu Gothic"/>
                <a:ea typeface="Yu Gothic"/>
                <a:cs typeface="Yu Gothic"/>
              </a:rPr>
              <a:t>パネル</a:t>
            </a:r>
          </a:p>
          <a:p xmlns:a="http://schemas.openxmlformats.org/drawingml/2006/main">
            <a:pPr marL="0" indent="0">
              <a:lnSpc>
                <a:spcPct val="115000"/>
              </a:lnSpc>
              <a:spcBef>
                <a:spcPts val="0"/>
              </a:spcBef>
              <a:spcAft>
                <a:spcPts val="400"/>
              </a:spcAft>
              <a:buNone/>
            </a:pPr>
            <a:r>
              <a:rPr sz="2400">
                <a:solidFill>
                  <a:srgbClr val="FFFFFF"/>
                </a:solidFill>
                <a:latin typeface="Yu Gothic"/>
                <a:ea typeface="Yu Gothic"/>
                <a:cs typeface="Yu Gothic"/>
              </a:rPr>
              <a:t>相談全体を進める</a:t>
            </a:r>
          </a:p>
        </p:txBody>
      </p:sp>
      <p:sp>
        <p:nvSpPr>
          <p:cNvPr id="4" name="Content Placeholder 15">
            <a:extLst xmlns:a="http://schemas.openxmlformats.org/drawingml/2006/main">
              <a:ext uri="{FF2B5EF4-FFF2-40B4-BE49-F238E27FC236}">
                <a16:creationId xmlns:a16="http://schemas.microsoft.com/office/drawing/2014/main" id="{3D399E38-72C8-159B-DE08-FC689A75B5E9}"/>
              </a:ext>
            </a:extLst>
          </p:cNvPr>
          <p:cNvSpPr>
            <a:spLocks xmlns:a="http://schemas.openxmlformats.org/drawingml/2006/main" noGrp="1"/>
          </p:cNvSpPr>
          <p:nvPr/>
        </p:nvSpPr>
        <p:spPr>
          <a:xfrm xmlns:a="http://schemas.openxmlformats.org/drawingml/2006/main">
            <a:off x="694248" y="4828582"/>
            <a:ext cx="5236652" cy="977900"/>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875">
                <a:solidFill>
                  <a:srgbClr val="FFFFFF"/>
                </a:solidFill>
                <a:latin typeface="Yu Gothic"/>
                <a:ea typeface="Yu Gothic"/>
                <a:cs typeface="Yu Gothic"/>
              </a:rPr>
              <a:t>全体の目的と、次の一歩を相談します。</a:t>
            </a:r>
          </a:p>
        </p:txBody>
      </p:sp>
      <p:sp>
        <p:nvSpPr>
          <p:cNvPr id="8" name="Rounded Rectangle 7">
            <a:extLst xmlns:a="http://schemas.openxmlformats.org/drawingml/2006/main">
              <a:ext uri="{FF2B5EF4-FFF2-40B4-BE49-F238E27FC236}">
                <a16:creationId xmlns:a16="http://schemas.microsoft.com/office/drawing/2014/main" id="{5E1586E9-BDFD-E84E-20C0-875E339DC80D}"/>
              </a:ext>
            </a:extLst>
          </p:cNvPr>
          <p:cNvSpPr>
            <a:spLocks xmlns:a="http://schemas.openxmlformats.org/drawingml/2006/main" noGrp="1"/>
          </p:cNvSpPr>
          <p:nvPr/>
        </p:nvSpPr>
        <p:spPr>
          <a:xfrm xmlns:a="http://schemas.openxmlformats.org/drawingml/2006/main">
            <a:off x="6260785" y="3339053"/>
            <a:ext cx="5533887" cy="1320801"/>
          </a:xfrm>
          <a:prstGeom xmlns:a="http://schemas.openxmlformats.org/drawingml/2006/main" prst="roundRect">
            <a:avLst>
              <a:gd name="adj" fmla="val 0"/>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Content Placeholder 10">
            <a:extLst xmlns:a="http://schemas.openxmlformats.org/drawingml/2006/main">
              <a:ext uri="{FF2B5EF4-FFF2-40B4-BE49-F238E27FC236}">
                <a16:creationId xmlns:a16="http://schemas.microsoft.com/office/drawing/2014/main" id="{BDE93465-12EE-49A8-048B-A3C97C2DFE3D}"/>
              </a:ext>
            </a:extLst>
          </p:cNvPr>
          <p:cNvSpPr>
            <a:spLocks xmlns:a="http://schemas.openxmlformats.org/drawingml/2006/main" noGrp="1"/>
          </p:cNvSpPr>
          <p:nvPr/>
        </p:nvSpPr>
        <p:spPr>
          <a:xfrm xmlns:a="http://schemas.openxmlformats.org/drawingml/2006/main">
            <a:off x="6558020" y="3587937"/>
            <a:ext cx="4986886" cy="877788"/>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400">
                <a:solidFill>
                  <a:srgbClr val="FFFFFF"/>
                </a:solidFill>
                <a:latin typeface="Helvetica Neue"/>
                <a:ea typeface="Helvetica Neue"/>
                <a:cs typeface="Helvetica Neue"/>
              </a:rPr>
              <a:t>AIChat Pane</a:t>
            </a:r>
          </a:p>
          <a:p xmlns:a="http://schemas.openxmlformats.org/drawingml/2006/main">
            <a:pPr marL="0" indent="0">
              <a:lnSpc>
                <a:spcPct val="115000"/>
              </a:lnSpc>
              <a:spcBef>
                <a:spcPts val="0"/>
              </a:spcBef>
              <a:spcAft>
                <a:spcPts val="400"/>
              </a:spcAft>
              <a:buNone/>
            </a:pPr>
            <a:r>
              <a:rPr sz="2400">
                <a:solidFill>
                  <a:srgbClr val="FFFFFF"/>
                </a:solidFill>
                <a:latin typeface="Yu Gothic"/>
                <a:ea typeface="Yu Gothic"/>
                <a:cs typeface="Yu Gothic"/>
              </a:rPr>
              <a:t>文章作り・案の比較</a:t>
            </a:r>
          </a:p>
        </p:txBody>
      </p:sp>
      <p:sp>
        <p:nvSpPr>
          <p:cNvPr id="13" name="Content Placeholder 15">
            <a:extLst xmlns:a="http://schemas.openxmlformats.org/drawingml/2006/main">
              <a:ext uri="{FF2B5EF4-FFF2-40B4-BE49-F238E27FC236}">
                <a16:creationId xmlns:a16="http://schemas.microsoft.com/office/drawing/2014/main" id="{0F1EA821-AA26-C1FC-F948-D100ABDE2920}"/>
              </a:ext>
            </a:extLst>
          </p:cNvPr>
          <p:cNvSpPr>
            <a:spLocks xmlns:a="http://schemas.openxmlformats.org/drawingml/2006/main" noGrp="1"/>
          </p:cNvSpPr>
          <p:nvPr/>
        </p:nvSpPr>
        <p:spPr>
          <a:xfrm xmlns:a="http://schemas.openxmlformats.org/drawingml/2006/main">
            <a:off x="6558020" y="4828582"/>
            <a:ext cx="5236652" cy="977900"/>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800">
                <a:solidFill>
                  <a:srgbClr val="FFFFFF"/>
                </a:solidFill>
                <a:latin typeface="Yu Gothic"/>
                <a:ea typeface="Yu Gothic"/>
                <a:cs typeface="Yu Gothic"/>
              </a:rPr>
              <a:t>成果の反映先</a:t>
            </a:r>
            <a:r>
              <a:rPr sz="1800">
                <a:solidFill>
                  <a:srgbClr val="FFFFFF"/>
                </a:solidFill>
                <a:latin typeface="Helvetica Neue"/>
                <a:ea typeface="Helvetica Neue"/>
                <a:cs typeface="Helvetica Neue"/>
              </a:rPr>
              <a:t> → </a:t>
            </a:r>
            <a:r>
              <a:rPr sz="1800">
                <a:solidFill>
                  <a:srgbClr val="FFFFFF"/>
                </a:solidFill>
                <a:latin typeface="Yu Gothic"/>
                <a:ea typeface="Yu Gothic"/>
                <a:cs typeface="Yu Gothic"/>
              </a:rPr>
              <a:t>結果を相談につなぐ</a:t>
            </a:r>
          </a:p>
        </p:txBody>
      </p:sp>
      <p:sp>
        <p:nvSpPr>
          <p:cNvPr id="14" name="Content Placeholder 15">
            <a:extLst xmlns:a="http://schemas.openxmlformats.org/drawingml/2006/main">
              <a:ext uri="{FF2B5EF4-FFF2-40B4-BE49-F238E27FC236}">
                <a16:creationId xmlns:a16="http://schemas.microsoft.com/office/drawing/2014/main" id="{53566714-9098-3B48-6D62-954DC695F743}"/>
              </a:ext>
            </a:extLst>
          </p:cNvPr>
          <p:cNvSpPr>
            <a:spLocks xmlns:a="http://schemas.openxmlformats.org/drawingml/2006/main" noGrp="1"/>
          </p:cNvSpPr>
          <p:nvPr/>
        </p:nvSpPr>
        <p:spPr>
          <a:xfrm xmlns:a="http://schemas.openxmlformats.org/drawingml/2006/main">
            <a:off x="400939" y="1157513"/>
            <a:ext cx="11404599" cy="1629229"/>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100">
                <a:solidFill>
                  <a:srgbClr val="FFFFFF"/>
                </a:solidFill>
                <a:latin typeface="Helvetica Neue"/>
                <a:ea typeface="Helvetica Neue"/>
                <a:cs typeface="Helvetica Neue"/>
              </a:rPr>
              <a:t>Workout</a:t>
            </a:r>
            <a:r>
              <a:rPr sz="2100">
                <a:solidFill>
                  <a:srgbClr val="FFFFFF"/>
                </a:solidFill>
                <a:latin typeface="Yu Gothic"/>
                <a:ea typeface="Yu Gothic"/>
                <a:cs typeface="Yu Gothic"/>
              </a:rPr>
              <a:t>には、全体を支える「</a:t>
            </a:r>
            <a:r>
              <a:rPr sz="2100">
                <a:solidFill>
                  <a:srgbClr val="FFFFFF"/>
                </a:solidFill>
                <a:latin typeface="Helvetica Neue"/>
                <a:ea typeface="Helvetica Neue"/>
                <a:cs typeface="Helvetica Neue"/>
              </a:rPr>
              <a:t>AIChat</a:t>
            </a:r>
            <a:r>
              <a:rPr sz="2100">
                <a:solidFill>
                  <a:srgbClr val="FFFFFF"/>
                </a:solidFill>
                <a:latin typeface="Yu Gothic"/>
                <a:ea typeface="Yu Gothic"/>
                <a:cs typeface="Yu Gothic"/>
              </a:rPr>
              <a:t>パネル」と、</a:t>
            </a: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ファイルごとに自由に話せる「</a:t>
            </a:r>
            <a:r>
              <a:rPr sz="2100">
                <a:solidFill>
                  <a:srgbClr val="FFFFFF"/>
                </a:solidFill>
                <a:latin typeface="Helvetica Neue"/>
                <a:ea typeface="Helvetica Neue"/>
                <a:cs typeface="Helvetica Neue"/>
              </a:rPr>
              <a:t>AIChat Pane</a:t>
            </a:r>
            <a:r>
              <a:rPr sz="2100">
                <a:solidFill>
                  <a:srgbClr val="FFFFFF"/>
                </a:solidFill>
                <a:latin typeface="Yu Gothic"/>
                <a:ea typeface="Yu Gothic"/>
                <a:cs typeface="Yu Gothic"/>
              </a:rPr>
              <a:t>」があります。</a:t>
            </a:r>
          </a:p>
        </p:txBody>
      </p:sp>
    </p:spTree>
    <p:extLst>
      <p:ext uri="{BB962C8B-B14F-4D97-AF65-F5344CB8AC3E}">
        <p14:creationId xmlns:p14="http://schemas.microsoft.com/office/powerpoint/2010/main" val="346245865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200">
                <a:solidFill>
                  <a:srgbClr val="FFFFFF"/>
                </a:solidFill>
                <a:latin typeface="Helvetica Neue"/>
                <a:ea typeface="Helvetica Neue"/>
                <a:cs typeface="Helvetica Neue"/>
              </a:rPr>
              <a:t>15</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3150">
                <a:solidFill>
                  <a:srgbClr val="FFFFFF"/>
                </a:solidFill>
                <a:latin typeface="Yu Gothic"/>
                <a:ea typeface="Yu Gothic"/>
                <a:cs typeface="Yu Gothic"/>
              </a:rPr>
              <a:t>慣れてきたら：図で状況を見る</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175">
                <a:solidFill>
                  <a:srgbClr val="FFFFFF"/>
                </a:solidFill>
                <a:latin typeface="Helvetica Neue"/>
                <a:ea typeface="Helvetica Neue"/>
                <a:cs typeface="Helvetica Neue"/>
              </a:rPr>
              <a:t>HTML</a:t>
            </a:r>
            <a:r>
              <a:rPr sz="2175">
                <a:solidFill>
                  <a:srgbClr val="FFFFFF"/>
                </a:solidFill>
                <a:latin typeface="Yu Gothic"/>
                <a:ea typeface="Yu Gothic"/>
                <a:cs typeface="Yu Gothic"/>
              </a:rPr>
              <a:t>ファイルを開く</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175">
                <a:solidFill>
                  <a:srgbClr val="FFFFFF"/>
                </a:solidFill>
                <a:latin typeface="Helvetica Neue"/>
                <a:ea typeface="Helvetica Neue"/>
                <a:cs typeface="Helvetica Neue"/>
              </a:rPr>
              <a:t>Pane</a:t>
            </a:r>
            <a:r>
              <a:rPr sz="2175">
                <a:solidFill>
                  <a:srgbClr val="FFFFFF"/>
                </a:solidFill>
                <a:latin typeface="Yu Gothic"/>
                <a:ea typeface="Yu Gothic"/>
                <a:cs typeface="Yu Gothic"/>
              </a:rPr>
              <a:t>に図や表を表示して、</a:t>
            </a:r>
          </a:p>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状況を見渡せます。</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「文字サイズ」で</a:t>
            </a:r>
          </a:p>
          <a:p xmlns:a="http://schemas.openxmlformats.org/drawingml/2006/main">
            <a:pPr marL="0" indent="0">
              <a:lnSpc>
                <a:spcPct val="115000"/>
              </a:lnSpc>
              <a:spcBef>
                <a:spcPts val="0"/>
              </a:spcBef>
              <a:spcAft>
                <a:spcPts val="400"/>
              </a:spcAft>
              <a:buNone/>
            </a:pPr>
            <a:r>
              <a:rPr sz="2175">
                <a:solidFill>
                  <a:srgbClr val="FFFFFF"/>
                </a:solidFill>
                <a:latin typeface="Yu Gothic"/>
                <a:ea typeface="Yu Gothic"/>
                <a:cs typeface="Yu Gothic"/>
              </a:rPr>
              <a:t>読みやすい大きさにします。</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最新かどうかも確認する</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資料が変わり、古くなった表示は</a:t>
            </a:r>
          </a:p>
          <a:p xmlns:a="http://schemas.openxmlformats.org/drawingml/2006/main">
            <a:pPr marL="0" indent="0">
              <a:lnSpc>
                <a:spcPct val="115000"/>
              </a:lnSpc>
              <a:spcBef>
                <a:spcPts val="0"/>
              </a:spcBef>
              <a:spcAft>
                <a:spcPts val="400"/>
              </a:spcAft>
              <a:buNone/>
            </a:pPr>
            <a:r>
              <a:rPr sz="1950">
                <a:solidFill>
                  <a:srgbClr val="FFFFFF"/>
                </a:solidFill>
                <a:latin typeface="Helvetica Neue"/>
                <a:ea typeface="Helvetica Neue"/>
                <a:cs typeface="Helvetica Neue"/>
              </a:rPr>
              <a:t>AI</a:t>
            </a:r>
            <a:r>
              <a:rPr sz="1950">
                <a:solidFill>
                  <a:srgbClr val="FFFFFF"/>
                </a:solidFill>
                <a:latin typeface="Yu Gothic"/>
                <a:ea typeface="Yu Gothic"/>
                <a:cs typeface="Yu Gothic"/>
              </a:rPr>
              <a:t>に確認・作り直しを頼みます。</a:t>
            </a:r>
          </a:p>
          <a:p xmlns:a="http://schemas.openxmlformats.org/drawingml/2006/main">
            <a:pPr marL="0" indent="0">
              <a:lnSpc>
                <a:spcPct val="115000"/>
              </a:lnSpc>
              <a:spcBef>
                <a:spcPts val="0"/>
              </a:spcBef>
              <a:spcAft>
                <a:spcPts val="400"/>
              </a:spcAft>
              <a:buNone/>
            </a:pPr>
          </a:p>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日付の再確認はアプリ内で行います。</a:t>
            </a:r>
          </a:p>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アプリを閉じている間の通知はありません。</a:t>
            </a:r>
          </a:p>
        </p:txBody>
      </p:sp>
    </p:spTree>
    <p:extLst>
      <p:ext uri="{BB962C8B-B14F-4D97-AF65-F5344CB8AC3E}">
        <p14:creationId xmlns:p14="http://schemas.microsoft.com/office/powerpoint/2010/main" val="366718214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79AC8B6-148F-970D-D8DE-AD2E0AB19BC8}"/>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3900">
                <a:solidFill>
                  <a:srgbClr val="FFFFFF"/>
                </a:solidFill>
                <a:latin typeface="Yu Gothic"/>
                <a:ea typeface="Yu Gothic"/>
                <a:cs typeface="Yu Gothic"/>
              </a:rPr>
              <a:t>まずは、気になることを</a:t>
            </a:r>
          </a:p>
          <a:p xmlns:a="http://schemas.openxmlformats.org/drawingml/2006/main">
            <a:pPr marL="0" indent="0">
              <a:lnSpc>
                <a:spcPct val="115000"/>
              </a:lnSpc>
              <a:spcBef>
                <a:spcPts val="0"/>
              </a:spcBef>
              <a:spcAft>
                <a:spcPts val="400"/>
              </a:spcAft>
              <a:buNone/>
            </a:pPr>
            <a:r>
              <a:rPr sz="3900">
                <a:solidFill>
                  <a:srgbClr val="FFFFFF"/>
                </a:solidFill>
                <a:latin typeface="Yu Gothic"/>
                <a:ea typeface="Yu Gothic"/>
                <a:cs typeface="Yu Gothic"/>
              </a:rPr>
              <a:t>一つ、話してみましょう。</a:t>
            </a:r>
          </a:p>
        </p:txBody>
      </p:sp>
      <p:sp>
        <p:nvSpPr>
          <p:cNvPr id="5" name="Subtitle 4">
            <a:extLst xmlns:a="http://schemas.openxmlformats.org/drawingml/2006/main">
              <a:ext uri="{FF2B5EF4-FFF2-40B4-BE49-F238E27FC236}">
                <a16:creationId xmlns:a16="http://schemas.microsoft.com/office/drawing/2014/main" id="{A8E1F2E1-786A-48AE-5E52-007228284270}"/>
              </a:ext>
            </a:extLst>
          </p:cNvPr>
          <p:cNvSpPr>
            <a:spLocks xmlns:a="http://schemas.openxmlformats.org/drawingml/2006/main" noGrp="1"/>
          </p:cNvSpPr>
          <p:nvPr>
            <p:ph type="subTitle" idx="1"/>
          </p:nvPr>
        </p:nvSpPr>
        <p:spPr>
          <a:xfrm xmlns:a="http://schemas.openxmlformats.org/drawingml/2006/main">
            <a:off x="393700" y="4973320"/>
            <a:ext cx="10668000" cy="1285875"/>
          </a:xfrm>
        </p:spPr>
        <p:txBody>
          <a:bodyPr xmlns:a="http://schemas.openxmlformats.org/drawingml/2006/main"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忘れたら、前回の続きを聞けます。</a:t>
            </a: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迷ったら、一つずつ相談できます。</a:t>
            </a:r>
          </a:p>
          <a:p xmlns:a="http://schemas.openxmlformats.org/drawingml/2006/main">
            <a:pPr marL="0" indent="0">
              <a:lnSpc>
                <a:spcPct val="115000"/>
              </a:lnSpc>
              <a:spcBef>
                <a:spcPts val="0"/>
              </a:spcBef>
              <a:spcAft>
                <a:spcPts val="400"/>
              </a:spcAft>
              <a:buNone/>
            </a:pPr>
            <a:r>
              <a:rPr sz="2100">
                <a:solidFill>
                  <a:srgbClr val="FFFFFF"/>
                </a:solidFill>
                <a:latin typeface="Yu Gothic"/>
                <a:ea typeface="Yu Gothic"/>
                <a:cs typeface="Yu Gothic"/>
              </a:rPr>
              <a:t>ご自身のペースで進めてください。</a:t>
            </a:r>
          </a:p>
        </p:txBody>
      </p:sp>
      <p:sp>
        <p:nvSpPr>
          <p:cNvPr id="6" name="Subtitle 4">
            <a:extLst xmlns:a="http://schemas.openxmlformats.org/drawingml/2006/main">
              <a:ext uri="{FF2B5EF4-FFF2-40B4-BE49-F238E27FC236}">
                <a16:creationId xmlns:a16="http://schemas.microsoft.com/office/drawing/2014/main" id="{A94AB779-D110-4562-575A-800C929A77DB}"/>
              </a:ext>
            </a:extLst>
          </p:cNvPr>
          <p:cNvSpPr>
            <a:spLocks xmlns:a="http://schemas.openxmlformats.org/drawingml/2006/main" noGrp="1"/>
          </p:cNvSpPr>
          <p:nvPr/>
        </p:nvSpPr>
        <p:spPr>
          <a:xfrm xmlns:a="http://schemas.openxmlformats.org/drawingml/2006/main">
            <a:off x="393700" y="392241"/>
            <a:ext cx="1612900" cy="649159"/>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p xmlns:a="http://schemas.openxmlformats.org/drawingml/2006/main">
            <a:pPr marL="0" indent="0">
              <a:lnSpc>
                <a:spcPct val="115000"/>
              </a:lnSpc>
              <a:spcBef>
                <a:spcPts val="0"/>
              </a:spcBef>
              <a:spcAft>
                <a:spcPts val="400"/>
              </a:spcAft>
              <a:buNone/>
            </a:pPr>
            <a:r>
              <a:rPr sz="1950">
                <a:solidFill>
                  <a:srgbClr val="FFFFFF"/>
                </a:solidFill>
                <a:latin typeface="Yu Gothic"/>
                <a:ea typeface="Yu Gothic"/>
                <a:cs typeface="Yu Gothic"/>
              </a:rPr>
              <a:t>はじめの一歩</a:t>
            </a:r>
          </a:p>
        </p:txBody>
      </p:sp>
    </p:spTree>
    <p:extLst>
      <p:ext uri="{BB962C8B-B14F-4D97-AF65-F5344CB8AC3E}">
        <p14:creationId xmlns:p14="http://schemas.microsoft.com/office/powerpoint/2010/main" val="3653678558"/>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2026-09-09T04:51:58.3400000Z</dcterms:created>
  <dcterms:modified xsi:type="dcterms:W3CDTF">2026-09-09T04:51:58.3400000Z</dcterms:modified>
</coreProperties>
</file>